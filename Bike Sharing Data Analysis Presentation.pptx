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4"/>
  </p:sldMasterIdLst>
  <p:notesMasterIdLst>
    <p:notesMasterId r:id="rId26"/>
  </p:notesMasterIdLst>
  <p:handoutMasterIdLst>
    <p:handoutMasterId r:id="rId27"/>
  </p:handoutMasterIdLst>
  <p:sldIdLst>
    <p:sldId id="278" r:id="rId5"/>
    <p:sldId id="282" r:id="rId6"/>
    <p:sldId id="271" r:id="rId7"/>
    <p:sldId id="283" r:id="rId8"/>
    <p:sldId id="284" r:id="rId9"/>
    <p:sldId id="294" r:id="rId10"/>
    <p:sldId id="295" r:id="rId11"/>
    <p:sldId id="296" r:id="rId12"/>
    <p:sldId id="298" r:id="rId13"/>
    <p:sldId id="297" r:id="rId14"/>
    <p:sldId id="300" r:id="rId15"/>
    <p:sldId id="299" r:id="rId16"/>
    <p:sldId id="286" r:id="rId17"/>
    <p:sldId id="287" r:id="rId18"/>
    <p:sldId id="302" r:id="rId19"/>
    <p:sldId id="288" r:id="rId20"/>
    <p:sldId id="301" r:id="rId21"/>
    <p:sldId id="290" r:id="rId22"/>
    <p:sldId id="291" r:id="rId23"/>
    <p:sldId id="303" r:id="rId24"/>
    <p:sldId id="292"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40">
          <p15:clr>
            <a:srgbClr val="F26B43"/>
          </p15:clr>
        </p15:guide>
        <p15:guide id="3" orient="horz" pos="216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0FBA66C-5AD8-4A97-BC3E-89A8713B9002}" v="266" dt="2025-10-15T19:57:50.695"/>
  </p1510:revLst>
</p1510:revInfo>
</file>

<file path=ppt/tableStyles.xml><?xml version="1.0" encoding="utf-8"?>
<a:tblStyleLst xmlns:a="http://schemas.openxmlformats.org/drawingml/2006/main" def="{72833802-FEF1-4C79-8D5D-14CF1EAF98D9}">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388" autoAdjust="0"/>
  </p:normalViewPr>
  <p:slideViewPr>
    <p:cSldViewPr snapToGrid="0">
      <p:cViewPr varScale="1">
        <p:scale>
          <a:sx n="82" d="100"/>
          <a:sy n="82" d="100"/>
        </p:scale>
        <p:origin x="720" y="67"/>
      </p:cViewPr>
      <p:guideLst>
        <p:guide pos="3840"/>
        <p:guide orient="horz" pos="2160"/>
      </p:guideLst>
    </p:cSldViewPr>
  </p:slideViewPr>
  <p:outlineViewPr>
    <p:cViewPr>
      <p:scale>
        <a:sx n="33" d="100"/>
        <a:sy n="33" d="100"/>
      </p:scale>
      <p:origin x="0" y="-4320"/>
    </p:cViewPr>
  </p:outlineViewPr>
  <p:notesTextViewPr>
    <p:cViewPr>
      <p:scale>
        <a:sx n="1" d="1"/>
        <a:sy n="1" d="1"/>
      </p:scale>
      <p:origin x="0" y="0"/>
    </p:cViewPr>
  </p:notesTextViewPr>
  <p:sorterViewPr>
    <p:cViewPr>
      <p:scale>
        <a:sx n="100" d="100"/>
        <a:sy n="100" d="100"/>
      </p:scale>
      <p:origin x="0" y="-1757"/>
    </p:cViewPr>
  </p:sorterViewPr>
  <p:notesViewPr>
    <p:cSldViewPr snapToGrid="0">
      <p:cViewPr varScale="1">
        <p:scale>
          <a:sx n="67" d="100"/>
          <a:sy n="67" d="100"/>
        </p:scale>
        <p:origin x="3120" y="7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microsoft.com/office/2015/10/relationships/revisionInfo" Target="revisionInfo.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presProps" Target="presProps.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5F4DCF1-ECAF-F7A7-2FE7-5E8E893BC44F}"/>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a:extLst>
              <a:ext uri="{FF2B5EF4-FFF2-40B4-BE49-F238E27FC236}">
                <a16:creationId xmlns:a16="http://schemas.microsoft.com/office/drawing/2014/main" id="{2C1330B0-5BAC-7408-8C3C-78D8336840E5}"/>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17BC71B-6527-4638-937B-C93EB849CB02}" type="datetimeFigureOut">
              <a:rPr lang="en-US" smtClean="0"/>
              <a:t>5/28/2026</a:t>
            </a:fld>
            <a:endParaRPr lang="en-US" dirty="0"/>
          </a:p>
        </p:txBody>
      </p:sp>
      <p:sp>
        <p:nvSpPr>
          <p:cNvPr id="4" name="Footer Placeholder 3">
            <a:extLst>
              <a:ext uri="{FF2B5EF4-FFF2-40B4-BE49-F238E27FC236}">
                <a16:creationId xmlns:a16="http://schemas.microsoft.com/office/drawing/2014/main" id="{F0D7EEB3-E0A5-7440-F7ED-F59975ED1E8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a:extLst>
              <a:ext uri="{FF2B5EF4-FFF2-40B4-BE49-F238E27FC236}">
                <a16:creationId xmlns:a16="http://schemas.microsoft.com/office/drawing/2014/main" id="{3F548D11-7466-6432-3BF5-64A1A1FA59C6}"/>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A70580-B89C-4157-871D-6B9318EE5F58}" type="slidenum">
              <a:rPr lang="en-US" smtClean="0"/>
              <a:t>‹#›</a:t>
            </a:fld>
            <a:endParaRPr lang="en-US" dirty="0"/>
          </a:p>
        </p:txBody>
      </p:sp>
    </p:spTree>
    <p:extLst>
      <p:ext uri="{BB962C8B-B14F-4D97-AF65-F5344CB8AC3E}">
        <p14:creationId xmlns:p14="http://schemas.microsoft.com/office/powerpoint/2010/main" val="29431574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25465A2-8C9C-419F-9FD8-234480873777}" type="datetimeFigureOut">
              <a:rPr lang="en-US" smtClean="0"/>
              <a:t>5/28/2026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7AF00E9-A49D-4007-B3B9-A3783809E505}" type="slidenum">
              <a:rPr lang="en-US" smtClean="0"/>
              <a:t>‹#›</a:t>
            </a:fld>
            <a:endParaRPr lang="en-US" dirty="0"/>
          </a:p>
        </p:txBody>
      </p:sp>
    </p:spTree>
    <p:extLst>
      <p:ext uri="{BB962C8B-B14F-4D97-AF65-F5344CB8AC3E}">
        <p14:creationId xmlns:p14="http://schemas.microsoft.com/office/powerpoint/2010/main" val="2209697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a:t>
            </a:fld>
            <a:endParaRPr lang="en-US" dirty="0"/>
          </a:p>
        </p:txBody>
      </p:sp>
    </p:spTree>
    <p:extLst>
      <p:ext uri="{BB962C8B-B14F-4D97-AF65-F5344CB8AC3E}">
        <p14:creationId xmlns:p14="http://schemas.microsoft.com/office/powerpoint/2010/main" val="21892237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2</a:t>
            </a:fld>
            <a:endParaRPr lang="en-US" dirty="0"/>
          </a:p>
        </p:txBody>
      </p:sp>
    </p:spTree>
    <p:extLst>
      <p:ext uri="{BB962C8B-B14F-4D97-AF65-F5344CB8AC3E}">
        <p14:creationId xmlns:p14="http://schemas.microsoft.com/office/powerpoint/2010/main" val="56064984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3</a:t>
            </a:fld>
            <a:endParaRPr lang="en-US" dirty="0"/>
          </a:p>
        </p:txBody>
      </p:sp>
    </p:spTree>
    <p:extLst>
      <p:ext uri="{BB962C8B-B14F-4D97-AF65-F5344CB8AC3E}">
        <p14:creationId xmlns:p14="http://schemas.microsoft.com/office/powerpoint/2010/main" val="6031917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4</a:t>
            </a:fld>
            <a:endParaRPr lang="en-US" dirty="0"/>
          </a:p>
        </p:txBody>
      </p:sp>
    </p:spTree>
    <p:extLst>
      <p:ext uri="{BB962C8B-B14F-4D97-AF65-F5344CB8AC3E}">
        <p14:creationId xmlns:p14="http://schemas.microsoft.com/office/powerpoint/2010/main" val="22316359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5</a:t>
            </a:fld>
            <a:endParaRPr lang="en-US" dirty="0"/>
          </a:p>
        </p:txBody>
      </p:sp>
    </p:spTree>
    <p:extLst>
      <p:ext uri="{BB962C8B-B14F-4D97-AF65-F5344CB8AC3E}">
        <p14:creationId xmlns:p14="http://schemas.microsoft.com/office/powerpoint/2010/main" val="38678997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891DCD-0764-1938-C325-C12DC32A0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703816-B7C3-CD72-C2EB-50BDB0D6DE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0E7E3F-C97F-05A4-8467-64E0070C8A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DF514E-988C-AEDF-3496-E2C5AE085BEA}"/>
              </a:ext>
            </a:extLst>
          </p:cNvPr>
          <p:cNvSpPr>
            <a:spLocks noGrp="1"/>
          </p:cNvSpPr>
          <p:nvPr>
            <p:ph type="sldNum" sz="quarter" idx="5"/>
          </p:nvPr>
        </p:nvSpPr>
        <p:spPr/>
        <p:txBody>
          <a:bodyPr/>
          <a:lstStyle/>
          <a:p>
            <a:fld id="{E7AF00E9-A49D-4007-B3B9-A3783809E505}" type="slidenum">
              <a:rPr lang="en-US" smtClean="0"/>
              <a:t>6</a:t>
            </a:fld>
            <a:endParaRPr lang="en-US" dirty="0"/>
          </a:p>
        </p:txBody>
      </p:sp>
    </p:spTree>
    <p:extLst>
      <p:ext uri="{BB962C8B-B14F-4D97-AF65-F5344CB8AC3E}">
        <p14:creationId xmlns:p14="http://schemas.microsoft.com/office/powerpoint/2010/main" val="48361265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035EED-5B9F-21D3-9390-613C17DEE3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F6DE92-F5C0-21F7-ED08-0E79A9E4CA3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224320E-0BBD-E4FD-282B-0F361A51B34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0CD803E-248F-4D79-BB81-C7F6CD3C3249}"/>
              </a:ext>
            </a:extLst>
          </p:cNvPr>
          <p:cNvSpPr>
            <a:spLocks noGrp="1"/>
          </p:cNvSpPr>
          <p:nvPr>
            <p:ph type="sldNum" sz="quarter" idx="5"/>
          </p:nvPr>
        </p:nvSpPr>
        <p:spPr/>
        <p:txBody>
          <a:bodyPr/>
          <a:lstStyle/>
          <a:p>
            <a:fld id="{E7AF00E9-A49D-4007-B3B9-A3783809E505}" type="slidenum">
              <a:rPr lang="en-US" smtClean="0"/>
              <a:t>7</a:t>
            </a:fld>
            <a:endParaRPr lang="en-US" dirty="0"/>
          </a:p>
        </p:txBody>
      </p:sp>
    </p:spTree>
    <p:extLst>
      <p:ext uri="{BB962C8B-B14F-4D97-AF65-F5344CB8AC3E}">
        <p14:creationId xmlns:p14="http://schemas.microsoft.com/office/powerpoint/2010/main" val="39386155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320505-38E3-D571-0B1E-8B44D73178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841EA6-93A6-0379-C3A1-658DD3B8D61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9BC373E-A088-35B3-39EE-27623DCA507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279A781-2FEE-F71D-4007-D4EA20EE4ACD}"/>
              </a:ext>
            </a:extLst>
          </p:cNvPr>
          <p:cNvSpPr>
            <a:spLocks noGrp="1"/>
          </p:cNvSpPr>
          <p:nvPr>
            <p:ph type="sldNum" sz="quarter" idx="5"/>
          </p:nvPr>
        </p:nvSpPr>
        <p:spPr/>
        <p:txBody>
          <a:bodyPr/>
          <a:lstStyle/>
          <a:p>
            <a:fld id="{E7AF00E9-A49D-4007-B3B9-A3783809E505}" type="slidenum">
              <a:rPr lang="en-US" smtClean="0"/>
              <a:t>8</a:t>
            </a:fld>
            <a:endParaRPr lang="en-US" dirty="0"/>
          </a:p>
        </p:txBody>
      </p:sp>
    </p:spTree>
    <p:extLst>
      <p:ext uri="{BB962C8B-B14F-4D97-AF65-F5344CB8AC3E}">
        <p14:creationId xmlns:p14="http://schemas.microsoft.com/office/powerpoint/2010/main" val="209586822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236F85-E373-D608-A625-38FE53B23B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D1D362-17E4-2902-DF24-BCF8F6F71C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E1A38DC-9516-20DF-AE52-A22DBEC8A49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CB1DD3-8075-EDFE-337F-CA6F53EBE6C3}"/>
              </a:ext>
            </a:extLst>
          </p:cNvPr>
          <p:cNvSpPr>
            <a:spLocks noGrp="1"/>
          </p:cNvSpPr>
          <p:nvPr>
            <p:ph type="sldNum" sz="quarter" idx="5"/>
          </p:nvPr>
        </p:nvSpPr>
        <p:spPr/>
        <p:txBody>
          <a:bodyPr/>
          <a:lstStyle/>
          <a:p>
            <a:fld id="{E7AF00E9-A49D-4007-B3B9-A3783809E505}" type="slidenum">
              <a:rPr lang="en-US" smtClean="0"/>
              <a:t>9</a:t>
            </a:fld>
            <a:endParaRPr lang="en-US" dirty="0"/>
          </a:p>
        </p:txBody>
      </p:sp>
    </p:spTree>
    <p:extLst>
      <p:ext uri="{BB962C8B-B14F-4D97-AF65-F5344CB8AC3E}">
        <p14:creationId xmlns:p14="http://schemas.microsoft.com/office/powerpoint/2010/main" val="110887112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ADCD84-C957-AED6-CAB7-3CBA20E82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DECF9A-2A9D-1365-79B9-4252AF1745E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567069-23A4-49C3-E7D8-14844C25C48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CD27CE-AAC7-1338-D1BC-226BF0508870}"/>
              </a:ext>
            </a:extLst>
          </p:cNvPr>
          <p:cNvSpPr>
            <a:spLocks noGrp="1"/>
          </p:cNvSpPr>
          <p:nvPr>
            <p:ph type="sldNum" sz="quarter" idx="5"/>
          </p:nvPr>
        </p:nvSpPr>
        <p:spPr/>
        <p:txBody>
          <a:bodyPr/>
          <a:lstStyle/>
          <a:p>
            <a:fld id="{E7AF00E9-A49D-4007-B3B9-A3783809E505}" type="slidenum">
              <a:rPr lang="en-US" smtClean="0"/>
              <a:t>10</a:t>
            </a:fld>
            <a:endParaRPr lang="en-US" dirty="0"/>
          </a:p>
        </p:txBody>
      </p:sp>
    </p:spTree>
    <p:extLst>
      <p:ext uri="{BB962C8B-B14F-4D97-AF65-F5344CB8AC3E}">
        <p14:creationId xmlns:p14="http://schemas.microsoft.com/office/powerpoint/2010/main" val="29927130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F53C3-10B8-AE59-3483-374C585D5AB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5D00378-6FF5-AF5C-C412-ED63AC7137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7471F9-4086-A786-C6E4-3CA94DD632D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6432F0-CAC7-8132-CB5D-C4184896BEE7}"/>
              </a:ext>
            </a:extLst>
          </p:cNvPr>
          <p:cNvSpPr>
            <a:spLocks noGrp="1"/>
          </p:cNvSpPr>
          <p:nvPr>
            <p:ph type="sldNum" sz="quarter" idx="5"/>
          </p:nvPr>
        </p:nvSpPr>
        <p:spPr/>
        <p:txBody>
          <a:bodyPr/>
          <a:lstStyle/>
          <a:p>
            <a:fld id="{E7AF00E9-A49D-4007-B3B9-A3783809E505}" type="slidenum">
              <a:rPr lang="en-US" smtClean="0"/>
              <a:t>11</a:t>
            </a:fld>
            <a:endParaRPr lang="en-US" dirty="0"/>
          </a:p>
        </p:txBody>
      </p:sp>
    </p:spTree>
    <p:extLst>
      <p:ext uri="{BB962C8B-B14F-4D97-AF65-F5344CB8AC3E}">
        <p14:creationId xmlns:p14="http://schemas.microsoft.com/office/powerpoint/2010/main" val="224253335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57688-0496-8BB1-DE2E-76DAD936C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6BD215-A0FE-FD97-98CE-D07FF103AE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0F5E4D-DE11-9B8A-97D6-5063B8002A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DCE7B2-C1DB-DDB5-39E3-76394820E0B0}"/>
              </a:ext>
            </a:extLst>
          </p:cNvPr>
          <p:cNvSpPr>
            <a:spLocks noGrp="1"/>
          </p:cNvSpPr>
          <p:nvPr>
            <p:ph type="sldNum" sz="quarter" idx="5"/>
          </p:nvPr>
        </p:nvSpPr>
        <p:spPr/>
        <p:txBody>
          <a:bodyPr/>
          <a:lstStyle/>
          <a:p>
            <a:fld id="{E7AF00E9-A49D-4007-B3B9-A3783809E505}" type="slidenum">
              <a:rPr lang="en-US" smtClean="0"/>
              <a:t>12</a:t>
            </a:fld>
            <a:endParaRPr lang="en-US" dirty="0"/>
          </a:p>
        </p:txBody>
      </p:sp>
    </p:spTree>
    <p:extLst>
      <p:ext uri="{BB962C8B-B14F-4D97-AF65-F5344CB8AC3E}">
        <p14:creationId xmlns:p14="http://schemas.microsoft.com/office/powerpoint/2010/main" val="250383862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7AF00E9-A49D-4007-B3B9-A3783809E505}" type="slidenum">
              <a:rPr lang="en-US" smtClean="0"/>
              <a:t>13</a:t>
            </a:fld>
            <a:endParaRPr lang="en-US" dirty="0"/>
          </a:p>
        </p:txBody>
      </p:sp>
    </p:spTree>
    <p:extLst>
      <p:ext uri="{BB962C8B-B14F-4D97-AF65-F5344CB8AC3E}">
        <p14:creationId xmlns:p14="http://schemas.microsoft.com/office/powerpoint/2010/main" val="307048898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577394-0A20-4CF6-9066-CFC2C1C9D30F}"/>
              </a:ext>
            </a:extLst>
          </p:cNvPr>
          <p:cNvSpPr>
            <a:spLocks noGrp="1"/>
          </p:cNvSpPr>
          <p:nvPr>
            <p:ph type="ctrTitle"/>
          </p:nvPr>
        </p:nvSpPr>
        <p:spPr>
          <a:xfrm>
            <a:off x="3359149" y="389840"/>
            <a:ext cx="8281987" cy="2954655"/>
          </a:xfrm>
        </p:spPr>
        <p:txBody>
          <a:bodyPr anchor="t" anchorCtr="0">
            <a:normAutofit/>
          </a:bodyPr>
          <a:lstStyle>
            <a:lvl1pPr algn="l">
              <a:lnSpc>
                <a:spcPct val="100000"/>
              </a:lnSpc>
              <a:defRPr sz="6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3F10971F-8922-4B23-9C80-0643D7E35026}"/>
              </a:ext>
            </a:extLst>
          </p:cNvPr>
          <p:cNvSpPr>
            <a:spLocks noGrp="1"/>
          </p:cNvSpPr>
          <p:nvPr>
            <p:ph type="subTitle" idx="1"/>
          </p:nvPr>
        </p:nvSpPr>
        <p:spPr>
          <a:xfrm>
            <a:off x="3359149" y="3536951"/>
            <a:ext cx="8281989" cy="2555874"/>
          </a:xfrm>
        </p:spPr>
        <p:txBody>
          <a:bodyPr>
            <a:normAutofit/>
          </a:bodyPr>
          <a:lstStyle>
            <a:lvl1pPr marL="0" indent="0" algn="l">
              <a:lnSpc>
                <a:spcPct val="100000"/>
              </a:lnSpc>
              <a:buNone/>
              <a:defRPr sz="2400">
                <a:solidFill>
                  <a:schemeClr val="tx1">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8B1BC074-1090-47AF-BDE8-3859BF574BA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F1D6522F-D41A-4734-8BD1-BD6E5A37D04C}"/>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D74D4206-406C-42A3-BBD4-44C043180931}"/>
              </a:ext>
            </a:extLst>
          </p:cNvPr>
          <p:cNvSpPr>
            <a:spLocks noGrp="1"/>
          </p:cNvSpPr>
          <p:nvPr>
            <p:ph type="sldNum" sz="quarter" idx="12"/>
          </p:nvPr>
        </p:nvSpPr>
        <p:spPr/>
        <p:txBody>
          <a:bodyPr/>
          <a:lstStyle/>
          <a:p>
            <a:fld id="{DBA1B0FB-D917-4C8C-928F-313BD683BF39}" type="slidenum">
              <a:rPr lang="en-US" smtClean="0"/>
              <a:t>‹#›</a:t>
            </a:fld>
            <a:endParaRPr lang="en-US" dirty="0"/>
          </a:p>
        </p:txBody>
      </p:sp>
      <p:sp>
        <p:nvSpPr>
          <p:cNvPr id="19" name="Freeform: Shape 18">
            <a:extLst>
              <a:ext uri="{FF2B5EF4-FFF2-40B4-BE49-F238E27FC236}">
                <a16:creationId xmlns:a16="http://schemas.microsoft.com/office/drawing/2014/main" id="{82184FF4-7029-4ED7-813A-192E60608764}"/>
              </a:ext>
            </a:extLst>
          </p:cNvPr>
          <p:cNvSpPr>
            <a:spLocks noChangeAspect="1"/>
          </p:cNvSpPr>
          <p:nvPr/>
        </p:nvSpPr>
        <p:spPr>
          <a:xfrm rot="2700000">
            <a:off x="612445" y="48188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Oval 19">
            <a:extLst>
              <a:ext uri="{FF2B5EF4-FFF2-40B4-BE49-F238E27FC236}">
                <a16:creationId xmlns:a16="http://schemas.microsoft.com/office/drawing/2014/main" id="{AAA7AB09-557C-41AD-9113-FF9F68FA1035}"/>
              </a:ext>
            </a:extLst>
          </p:cNvPr>
          <p:cNvSpPr/>
          <p:nvPr/>
        </p:nvSpPr>
        <p:spPr>
          <a:xfrm rot="8100000">
            <a:off x="626845" y="828962"/>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5" name="Oval 24">
            <a:extLst>
              <a:ext uri="{FF2B5EF4-FFF2-40B4-BE49-F238E27FC236}">
                <a16:creationId xmlns:a16="http://schemas.microsoft.com/office/drawing/2014/main" id="{EF99ECAA-1F11-4937-BBA6-51935AB44C9D}"/>
              </a:ext>
            </a:extLst>
          </p:cNvPr>
          <p:cNvSpPr>
            <a:spLocks noChangeAspect="1"/>
          </p:cNvSpPr>
          <p:nvPr/>
        </p:nvSpPr>
        <p:spPr>
          <a:xfrm>
            <a:off x="1800802" y="247285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34" name="Group 33">
            <a:extLst>
              <a:ext uri="{FF2B5EF4-FFF2-40B4-BE49-F238E27FC236}">
                <a16:creationId xmlns:a16="http://schemas.microsoft.com/office/drawing/2014/main" id="{79DE9FAB-6BBA-4CFE-B67D-77B47F01ECA4}"/>
              </a:ext>
            </a:extLst>
          </p:cNvPr>
          <p:cNvGrpSpPr/>
          <p:nvPr/>
        </p:nvGrpSpPr>
        <p:grpSpPr>
          <a:xfrm>
            <a:off x="1329952" y="4524379"/>
            <a:ext cx="1980001" cy="1363916"/>
            <a:chOff x="4879602" y="3781429"/>
            <a:chExt cx="1980001" cy="1363916"/>
          </a:xfrm>
        </p:grpSpPr>
        <p:sp>
          <p:nvSpPr>
            <p:cNvPr id="35" name="Freeform: Shape 34">
              <a:extLst>
                <a:ext uri="{FF2B5EF4-FFF2-40B4-BE49-F238E27FC236}">
                  <a16:creationId xmlns:a16="http://schemas.microsoft.com/office/drawing/2014/main" id="{79FAC916-D9BB-4794-81B4-7C47C67E850D}"/>
                </a:ext>
              </a:extLst>
            </p:cNvPr>
            <p:cNvSpPr>
              <a:spLocks noChangeAspect="1"/>
            </p:cNvSpPr>
            <p:nvPr/>
          </p:nvSpPr>
          <p:spPr>
            <a:xfrm rot="18900000" flipV="1">
              <a:off x="5005634" y="4191206"/>
              <a:ext cx="1853969" cy="926985"/>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254000" dist="50800" dir="16200000">
                <a:schemeClr val="accent1">
                  <a:lumMod val="40000"/>
                  <a:lumOff val="6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B5CA2231-7A65-4D16-8400-A210CC41DB73}"/>
                </a:ext>
              </a:extLst>
            </p:cNvPr>
            <p:cNvSpPr>
              <a:spLocks noChangeAspect="1"/>
            </p:cNvSpPr>
            <p:nvPr/>
          </p:nvSpPr>
          <p:spPr>
            <a:xfrm rot="18900000" flipV="1">
              <a:off x="4957101" y="4052255"/>
              <a:ext cx="1853969" cy="1093090"/>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40000"/>
              </a:schemeClr>
            </a:solidFill>
            <a:ln>
              <a:noFill/>
            </a:ln>
            <a:effectLst>
              <a:softEdge rad="190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37" name="Oval 36">
              <a:extLst>
                <a:ext uri="{FF2B5EF4-FFF2-40B4-BE49-F238E27FC236}">
                  <a16:creationId xmlns:a16="http://schemas.microsoft.com/office/drawing/2014/main" id="{4B089C8C-B82B-4704-88E2-E857A5E21529}"/>
                </a:ext>
              </a:extLst>
            </p:cNvPr>
            <p:cNvSpPr/>
            <p:nvPr/>
          </p:nvSpPr>
          <p:spPr>
            <a:xfrm rot="13500000" flipV="1">
              <a:off x="6040374" y="3601683"/>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38" name="Oval 37">
              <a:extLst>
                <a:ext uri="{FF2B5EF4-FFF2-40B4-BE49-F238E27FC236}">
                  <a16:creationId xmlns:a16="http://schemas.microsoft.com/office/drawing/2014/main" id="{434B90C8-5B4D-456E-AD99-80EF748FDD72}"/>
                </a:ext>
              </a:extLst>
            </p:cNvPr>
            <p:cNvSpPr/>
            <p:nvPr/>
          </p:nvSpPr>
          <p:spPr>
            <a:xfrm rot="13500000" flipV="1">
              <a:off x="5059348" y="4582709"/>
              <a:ext cx="107098" cy="466589"/>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3936269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grpSp>
        <p:nvGrpSpPr>
          <p:cNvPr id="12" name="Group 11">
            <a:extLst>
              <a:ext uri="{FF2B5EF4-FFF2-40B4-BE49-F238E27FC236}">
                <a16:creationId xmlns:a16="http://schemas.microsoft.com/office/drawing/2014/main" id="{3BDBC526-6DCD-4FF6-8395-D8C22E46E527}"/>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p:nvPr>
        </p:nvSpPr>
        <p:spPr>
          <a:xfrm>
            <a:off x="550862" y="549275"/>
            <a:ext cx="11091600" cy="1332000"/>
          </a:xfrm>
        </p:spPr>
        <p:txBody>
          <a:bodyPr vert="horz" wrap="square" lIns="0" tIns="0" rIns="0" bIns="0" rtlCol="0" anchor="t" anchorCtr="0">
            <a:normAutofit/>
          </a:bodyPr>
          <a:lstStyle>
            <a:lvl1pPr>
              <a:defRPr lang="en-US" dirty="0"/>
            </a:lvl1pPr>
          </a:lstStyle>
          <a:p>
            <a:pPr lvl="0">
              <a:lnSpc>
                <a:spcPct val="100000"/>
              </a:lnSpc>
            </a:pPr>
            <a:r>
              <a:rPr lang="en-US"/>
              <a:t>Click to edit Master title style</a:t>
            </a:r>
            <a:endParaRPr lang="en-US" dirty="0"/>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p:nvPr>
        </p:nvSpPr>
        <p:spPr>
          <a:xfrm>
            <a:off x="550863" y="2113199"/>
            <a:ext cx="11090274" cy="39796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263223463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grpSp>
        <p:nvGrpSpPr>
          <p:cNvPr id="48" name="Group 47">
            <a:extLst>
              <a:ext uri="{FF2B5EF4-FFF2-40B4-BE49-F238E27FC236}">
                <a16:creationId xmlns:a16="http://schemas.microsoft.com/office/drawing/2014/main" id="{4644CBB8-40B8-42F8-9172-07A476341DDA}"/>
              </a:ext>
            </a:extLst>
          </p:cNvPr>
          <p:cNvGrpSpPr/>
          <p:nvPr/>
        </p:nvGrpSpPr>
        <p:grpSpPr>
          <a:xfrm>
            <a:off x="356481" y="879007"/>
            <a:ext cx="734257" cy="760506"/>
            <a:chOff x="5243759" y="1363788"/>
            <a:chExt cx="734257" cy="760506"/>
          </a:xfrm>
        </p:grpSpPr>
        <p:sp>
          <p:nvSpPr>
            <p:cNvPr id="49" name="Freeform 5">
              <a:extLst>
                <a:ext uri="{FF2B5EF4-FFF2-40B4-BE49-F238E27FC236}">
                  <a16:creationId xmlns:a16="http://schemas.microsoft.com/office/drawing/2014/main" id="{35CE073E-302A-4AA7-98C7-8667DDDCFA1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0" name="Freeform 6">
              <a:extLst>
                <a:ext uri="{FF2B5EF4-FFF2-40B4-BE49-F238E27FC236}">
                  <a16:creationId xmlns:a16="http://schemas.microsoft.com/office/drawing/2014/main" id="{4FD1AE2F-DD70-4E93-B905-E052A23F0B1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1" name="Freeform 8">
              <a:extLst>
                <a:ext uri="{FF2B5EF4-FFF2-40B4-BE49-F238E27FC236}">
                  <a16:creationId xmlns:a16="http://schemas.microsoft.com/office/drawing/2014/main" id="{E8D529E5-8838-47F0-98A4-2D46F11E499C}"/>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5DA2564-D3DB-48AD-83F0-6CC6B5743960}"/>
              </a:ext>
            </a:extLst>
          </p:cNvPr>
          <p:cNvSpPr>
            <a:spLocks noGrp="1"/>
          </p:cNvSpPr>
          <p:nvPr>
            <p:ph type="title"/>
          </p:nvPr>
        </p:nvSpPr>
        <p:spPr>
          <a:xfrm>
            <a:off x="563563" y="474345"/>
            <a:ext cx="11077574" cy="2954655"/>
          </a:xfrm>
        </p:spPr>
        <p:txBody>
          <a:bodyPr vert="horz" wrap="square" lIns="0" tIns="0" rIns="0" bIns="0" rtlCol="0" anchor="b" anchorCtr="0">
            <a:normAutofit/>
          </a:bodyPr>
          <a:lstStyle>
            <a:lvl1pPr>
              <a:defRPr lang="en-US" sz="6400" dirty="0"/>
            </a:lvl1pPr>
          </a:lstStyle>
          <a:p>
            <a:pPr lvl="0">
              <a:lnSpc>
                <a:spcPct val="100000"/>
              </a:lnSpc>
            </a:pPr>
            <a:r>
              <a:rPr lang="en-US"/>
              <a:t>Click to edit Master title style</a:t>
            </a:r>
            <a:endParaRPr lang="en-US" dirty="0"/>
          </a:p>
        </p:txBody>
      </p:sp>
      <p:sp>
        <p:nvSpPr>
          <p:cNvPr id="4" name="Date Placeholder 3">
            <a:extLst>
              <a:ext uri="{FF2B5EF4-FFF2-40B4-BE49-F238E27FC236}">
                <a16:creationId xmlns:a16="http://schemas.microsoft.com/office/drawing/2014/main" id="{56403DDF-462A-45CE-931B-010AB4F73C3F}"/>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39E10702-2ACF-4768-9E91-8CB87B89594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E8DFA722-391E-4FCF-8E15-0D7E2EC02B6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 name="Text Placeholder 2">
            <a:extLst>
              <a:ext uri="{FF2B5EF4-FFF2-40B4-BE49-F238E27FC236}">
                <a16:creationId xmlns:a16="http://schemas.microsoft.com/office/drawing/2014/main" id="{76EEA752-36DA-440B-8747-0EB2914080EE}"/>
              </a:ext>
            </a:extLst>
          </p:cNvPr>
          <p:cNvSpPr>
            <a:spLocks noGrp="1"/>
          </p:cNvSpPr>
          <p:nvPr>
            <p:ph type="body" idx="1"/>
          </p:nvPr>
        </p:nvSpPr>
        <p:spPr>
          <a:xfrm>
            <a:off x="566271" y="3629772"/>
            <a:ext cx="11074866" cy="2678953"/>
          </a:xfrm>
        </p:spPr>
        <p:txBody>
          <a:bodyPr>
            <a:normAutofit/>
          </a:bodyPr>
          <a:lstStyle>
            <a:lvl1pPr marL="0" indent="0">
              <a:lnSpc>
                <a:spcPct val="110000"/>
              </a:lnSpc>
              <a:spcBef>
                <a:spcPts val="0"/>
              </a:spcBef>
              <a:buNone/>
              <a:defRPr sz="2400">
                <a:solidFill>
                  <a:schemeClr val="tx1">
                    <a:alpha val="8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1" name="Freeform: Shape 40">
            <a:extLst>
              <a:ext uri="{FF2B5EF4-FFF2-40B4-BE49-F238E27FC236}">
                <a16:creationId xmlns:a16="http://schemas.microsoft.com/office/drawing/2014/main" id="{0BCC02B0-8581-4752-B7BC-3CE1EF17B9F7}"/>
              </a:ext>
            </a:extLst>
          </p:cNvPr>
          <p:cNvSpPr>
            <a:spLocks noChangeAspect="1"/>
          </p:cNvSpPr>
          <p:nvPr/>
        </p:nvSpPr>
        <p:spPr>
          <a:xfrm rot="18900000">
            <a:off x="11209132" y="4448189"/>
            <a:ext cx="999200" cy="1262947"/>
          </a:xfrm>
          <a:custGeom>
            <a:avLst/>
            <a:gdLst>
              <a:gd name="connsiteX0" fmla="*/ 540000 w 999200"/>
              <a:gd name="connsiteY0" fmla="*/ 0 h 1262947"/>
              <a:gd name="connsiteX1" fmla="*/ 999200 w 999200"/>
              <a:gd name="connsiteY1" fmla="*/ 815317 h 1262947"/>
              <a:gd name="connsiteX2" fmla="*/ 552185 w 999200"/>
              <a:gd name="connsiteY2" fmla="*/ 1262333 h 1262947"/>
              <a:gd name="connsiteX3" fmla="*/ 540000 w 999200"/>
              <a:gd name="connsiteY3" fmla="*/ 1262947 h 1262947"/>
              <a:gd name="connsiteX4" fmla="*/ 0 w 999200"/>
              <a:gd name="connsiteY4" fmla="*/ 992947 h 1262947"/>
              <a:gd name="connsiteX5" fmla="*/ 10971 w 999200"/>
              <a:gd name="connsiteY5" fmla="*/ 938533 h 1262947"/>
              <a:gd name="connsiteX6" fmla="*/ 15626 w 999200"/>
              <a:gd name="connsiteY6" fmla="*/ 931034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99200" h="1262947">
                <a:moveTo>
                  <a:pt x="540000" y="0"/>
                </a:moveTo>
                <a:lnTo>
                  <a:pt x="999200" y="815317"/>
                </a:lnTo>
                <a:lnTo>
                  <a:pt x="552185" y="1262333"/>
                </a:lnTo>
                <a:lnTo>
                  <a:pt x="540000" y="1262947"/>
                </a:lnTo>
                <a:cubicBezTo>
                  <a:pt x="241766" y="1262947"/>
                  <a:pt x="0" y="1142064"/>
                  <a:pt x="0" y="992947"/>
                </a:cubicBezTo>
                <a:cubicBezTo>
                  <a:pt x="0" y="974307"/>
                  <a:pt x="3778" y="956109"/>
                  <a:pt x="10971" y="938533"/>
                </a:cubicBezTo>
                <a:lnTo>
                  <a:pt x="15626" y="931034"/>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10200000" scaled="0"/>
          </a:gradFill>
          <a:ln>
            <a:noFill/>
          </a:ln>
          <a:effectLst>
            <a:innerShdw blurRad="254000" dist="101600" dir="42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3" name="Freeform: Shape 42">
            <a:extLst>
              <a:ext uri="{FF2B5EF4-FFF2-40B4-BE49-F238E27FC236}">
                <a16:creationId xmlns:a16="http://schemas.microsoft.com/office/drawing/2014/main" id="{EA0FF4DB-8180-4D26-AEAE-7ECDB670F71D}"/>
              </a:ext>
            </a:extLst>
          </p:cNvPr>
          <p:cNvSpPr/>
          <p:nvPr/>
        </p:nvSpPr>
        <p:spPr>
          <a:xfrm rot="2700000">
            <a:off x="11686937" y="4853516"/>
            <a:ext cx="540000" cy="978284"/>
          </a:xfrm>
          <a:custGeom>
            <a:avLst/>
            <a:gdLst>
              <a:gd name="connsiteX0" fmla="*/ 113288 w 540000"/>
              <a:gd name="connsiteY0" fmla="*/ 0 h 978284"/>
              <a:gd name="connsiteX1" fmla="*/ 539386 w 540000"/>
              <a:gd name="connsiteY1" fmla="*/ 426099 h 978284"/>
              <a:gd name="connsiteX2" fmla="*/ 540000 w 540000"/>
              <a:gd name="connsiteY2" fmla="*/ 438284 h 978284"/>
              <a:gd name="connsiteX3" fmla="*/ 270000 w 540000"/>
              <a:gd name="connsiteY3" fmla="*/ 978284 h 978284"/>
              <a:gd name="connsiteX4" fmla="*/ 0 w 540000"/>
              <a:gd name="connsiteY4" fmla="*/ 438284 h 978284"/>
              <a:gd name="connsiteX5" fmla="*/ 79081 w 540000"/>
              <a:gd name="connsiteY5" fmla="*/ 56446 h 978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40000" h="978284">
                <a:moveTo>
                  <a:pt x="113288" y="0"/>
                </a:moveTo>
                <a:lnTo>
                  <a:pt x="539386" y="426099"/>
                </a:lnTo>
                <a:lnTo>
                  <a:pt x="540000" y="438284"/>
                </a:lnTo>
                <a:cubicBezTo>
                  <a:pt x="540000" y="736518"/>
                  <a:pt x="419117" y="978284"/>
                  <a:pt x="270000" y="978284"/>
                </a:cubicBezTo>
                <a:cubicBezTo>
                  <a:pt x="120883" y="978284"/>
                  <a:pt x="0" y="736518"/>
                  <a:pt x="0" y="438284"/>
                </a:cubicBezTo>
                <a:cubicBezTo>
                  <a:pt x="0" y="289167"/>
                  <a:pt x="30220" y="154167"/>
                  <a:pt x="79081" y="56446"/>
                </a:cubicBezTo>
                <a:close/>
              </a:path>
            </a:pathLst>
          </a:cu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Tree>
    <p:extLst>
      <p:ext uri="{BB962C8B-B14F-4D97-AF65-F5344CB8AC3E}">
        <p14:creationId xmlns:p14="http://schemas.microsoft.com/office/powerpoint/2010/main" val="247365650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13" name="Group 12">
            <a:extLst>
              <a:ext uri="{FF2B5EF4-FFF2-40B4-BE49-F238E27FC236}">
                <a16:creationId xmlns:a16="http://schemas.microsoft.com/office/drawing/2014/main" id="{168347B7-45FA-4A01-924D-DC385B720B3E}"/>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p:nvPr>
        </p:nvSpPr>
        <p:spPr>
          <a:xfrm>
            <a:off x="550863" y="549275"/>
            <a:ext cx="11090274" cy="1332000"/>
          </a:xfrm>
        </p:spPr>
        <p:txBody>
          <a:bodyPr/>
          <a:lstStyle>
            <a:lvl1pPr>
              <a:lnSpc>
                <a:spcPct val="100000"/>
              </a:lnSpc>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p:nvPr>
        </p:nvSpPr>
        <p:spPr>
          <a:xfrm>
            <a:off x="550862"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8362910-87AA-4E67-992D-8D4822FD89FE}"/>
              </a:ext>
            </a:extLst>
          </p:cNvPr>
          <p:cNvSpPr>
            <a:spLocks noGrp="1"/>
          </p:cNvSpPr>
          <p:nvPr>
            <p:ph sz="half" idx="2"/>
          </p:nvPr>
        </p:nvSpPr>
        <p:spPr>
          <a:xfrm>
            <a:off x="6205538" y="2097175"/>
            <a:ext cx="5435600" cy="3995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151893510"/>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2" name="Oval 11">
            <a:extLst>
              <a:ext uri="{FF2B5EF4-FFF2-40B4-BE49-F238E27FC236}">
                <a16:creationId xmlns:a16="http://schemas.microsoft.com/office/drawing/2014/main" id="{FD65A50E-2F73-4426-8586-9731AFA2D2E0}"/>
              </a:ext>
            </a:extLst>
          </p:cNvPr>
          <p:cNvSpPr>
            <a:spLocks noChangeAspect="1"/>
          </p:cNvSpPr>
          <p:nvPr/>
        </p:nvSpPr>
        <p:spPr>
          <a:xfrm>
            <a:off x="11091612" y="5893466"/>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1" name="Rectangle 10">
            <a:extLst>
              <a:ext uri="{FF2B5EF4-FFF2-40B4-BE49-F238E27FC236}">
                <a16:creationId xmlns:a16="http://schemas.microsoft.com/office/drawing/2014/main" id="{EB89C080-4102-49AE-BDA9-59A4A67E2486}"/>
              </a:ext>
            </a:extLst>
          </p:cNvPr>
          <p:cNvSpPr/>
          <p:nvPr/>
        </p:nvSpPr>
        <p:spPr>
          <a:xfrm>
            <a:off x="11451612" y="5827878"/>
            <a:ext cx="379049" cy="360000"/>
          </a:xfrm>
          <a:prstGeom prst="rect">
            <a:avLst/>
          </a:prstGeom>
          <a:solidFill>
            <a:schemeClr val="bg2">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DE62014-F04C-495A-964E-6B888D49CDE9}"/>
              </a:ext>
            </a:extLst>
          </p:cNvPr>
          <p:cNvSpPr>
            <a:spLocks noGrp="1"/>
          </p:cNvSpPr>
          <p:nvPr>
            <p:ph type="title"/>
          </p:nvPr>
        </p:nvSpPr>
        <p:spPr>
          <a:xfrm>
            <a:off x="550862" y="549275"/>
            <a:ext cx="11097551" cy="1332000"/>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555DF027-E633-44EE-ACA0-C205930AA93E}"/>
              </a:ext>
            </a:extLst>
          </p:cNvPr>
          <p:cNvSpPr>
            <a:spLocks noGrp="1"/>
          </p:cNvSpPr>
          <p:nvPr>
            <p:ph type="body" idx="1"/>
          </p:nvPr>
        </p:nvSpPr>
        <p:spPr>
          <a:xfrm>
            <a:off x="550864" y="1881275"/>
            <a:ext cx="5437186" cy="535354"/>
          </a:xfrm>
        </p:spPr>
        <p:txBody>
          <a:bodyPr anchor="b">
            <a:normAutofit/>
          </a:bodyPr>
          <a:lstStyle>
            <a:lvl1pPr marL="0" indent="0">
              <a:buNone/>
              <a:defRPr sz="1400" b="0" cap="all" spc="200" baseline="0">
                <a:solidFill>
                  <a:schemeClr val="tx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BA4F363-FEEF-4CD2-A18E-17AE8D485171}"/>
              </a:ext>
            </a:extLst>
          </p:cNvPr>
          <p:cNvSpPr>
            <a:spLocks noGrp="1"/>
          </p:cNvSpPr>
          <p:nvPr>
            <p:ph sz="half" idx="2"/>
          </p:nvPr>
        </p:nvSpPr>
        <p:spPr>
          <a:xfrm>
            <a:off x="550863" y="2577270"/>
            <a:ext cx="5429114"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34E50F8C-4D64-40FD-AE8C-6A1F3C2A84ED}"/>
              </a:ext>
            </a:extLst>
          </p:cNvPr>
          <p:cNvSpPr>
            <a:spLocks noGrp="1"/>
          </p:cNvSpPr>
          <p:nvPr>
            <p:ph type="body" sz="quarter" idx="3"/>
          </p:nvPr>
        </p:nvSpPr>
        <p:spPr>
          <a:xfrm>
            <a:off x="6212024" y="1881275"/>
            <a:ext cx="5436392" cy="535354"/>
          </a:xfrm>
        </p:spPr>
        <p:txBody>
          <a:bodyPr vert="horz" wrap="square" lIns="0" tIns="0" rIns="0" bIns="0" rtlCol="0" anchor="b">
            <a:normAutofit/>
          </a:bodyPr>
          <a:lstStyle>
            <a:lvl1pPr>
              <a:defRPr lang="en-US" sz="1400" b="0" cap="all" spc="200" baseline="0" dirty="0">
                <a:solidFill>
                  <a:schemeClr val="tx1"/>
                </a:solidFill>
              </a:defRPr>
            </a:lvl1pPr>
          </a:lstStyle>
          <a:p>
            <a:pPr marL="0" lvl="0" indent="0">
              <a:buNone/>
            </a:pPr>
            <a:r>
              <a:rPr lang="en-US"/>
              <a:t>Click to edit Master text styles</a:t>
            </a:r>
          </a:p>
        </p:txBody>
      </p:sp>
      <p:sp>
        <p:nvSpPr>
          <p:cNvPr id="6" name="Content Placeholder 5">
            <a:extLst>
              <a:ext uri="{FF2B5EF4-FFF2-40B4-BE49-F238E27FC236}">
                <a16:creationId xmlns:a16="http://schemas.microsoft.com/office/drawing/2014/main" id="{A7AC943E-DB2B-40E0-907F-8EA1404791DE}"/>
              </a:ext>
            </a:extLst>
          </p:cNvPr>
          <p:cNvSpPr>
            <a:spLocks noGrp="1"/>
          </p:cNvSpPr>
          <p:nvPr>
            <p:ph sz="quarter" idx="4"/>
          </p:nvPr>
        </p:nvSpPr>
        <p:spPr>
          <a:xfrm>
            <a:off x="6212023" y="2577270"/>
            <a:ext cx="5436391" cy="35155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DCDCD5B-3F26-4AFA-8BD4-E5D8DD2AF494}"/>
              </a:ext>
            </a:extLst>
          </p:cNvPr>
          <p:cNvSpPr>
            <a:spLocks noGrp="1"/>
          </p:cNvSpPr>
          <p:nvPr>
            <p:ph type="dt" sz="half" idx="10"/>
          </p:nvPr>
        </p:nvSpPr>
        <p:spPr/>
        <p:txBody>
          <a:bodyPr/>
          <a:lstStyle/>
          <a:p>
            <a:r>
              <a:rPr lang="en-US"/>
              <a:t>20XX</a:t>
            </a:r>
            <a:endParaRPr lang="en-US" dirty="0"/>
          </a:p>
        </p:txBody>
      </p:sp>
      <p:sp>
        <p:nvSpPr>
          <p:cNvPr id="8" name="Footer Placeholder 7">
            <a:extLst>
              <a:ext uri="{FF2B5EF4-FFF2-40B4-BE49-F238E27FC236}">
                <a16:creationId xmlns:a16="http://schemas.microsoft.com/office/drawing/2014/main" id="{3D10D1EE-83A0-4FB5-9B25-8A73DE891A8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03031C35-2E5B-491D-85ED-DB42A4FE1623}"/>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472858684"/>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p:nvPr>
        </p:nvSpPr>
        <p:spPr>
          <a:xfrm>
            <a:off x="3359149" y="550799"/>
            <a:ext cx="8283313" cy="5542025"/>
          </a:xfrm>
        </p:spPr>
        <p:txBody>
          <a:bodyPr vert="horz" wrap="square" lIns="0" tIns="0" rIns="0" bIns="0" rtlCol="0" anchor="ctr" anchorCtr="0">
            <a:normAutofit/>
          </a:bodyPr>
          <a:lstStyle>
            <a:lvl1pPr>
              <a:defRPr lang="en-US" dirty="0"/>
            </a:lvl1pPr>
          </a:lstStyle>
          <a:p>
            <a:pPr lvl="0">
              <a:lnSpc>
                <a:spcPct val="100000"/>
              </a:lnSpc>
            </a:pPr>
            <a:r>
              <a:rPr lang="en-US"/>
              <a:t>Click to edit Master title style</a:t>
            </a:r>
            <a:endParaRPr lang="en-US" dirty="0"/>
          </a:p>
        </p:txBody>
      </p:sp>
      <p:sp>
        <p:nvSpPr>
          <p:cNvPr id="3" name="Date Placeholder 2">
            <a:extLst>
              <a:ext uri="{FF2B5EF4-FFF2-40B4-BE49-F238E27FC236}">
                <a16:creationId xmlns:a16="http://schemas.microsoft.com/office/drawing/2014/main" id="{D4F51F65-E111-4656-83BE-CFCDE2DD6CD6}"/>
              </a:ext>
            </a:extLst>
          </p:cNvPr>
          <p:cNvSpPr>
            <a:spLocks noGrp="1"/>
          </p:cNvSpPr>
          <p:nvPr>
            <p:ph type="dt" sz="half" idx="10"/>
          </p:nvPr>
        </p:nvSpPr>
        <p:spPr/>
        <p:txBody>
          <a:bodyPr/>
          <a:lstStyle/>
          <a:p>
            <a:r>
              <a:rPr lang="en-US"/>
              <a:t>20XX</a:t>
            </a:r>
            <a:endParaRPr lang="en-US" dirty="0"/>
          </a:p>
        </p:txBody>
      </p:sp>
      <p:sp>
        <p:nvSpPr>
          <p:cNvPr id="4" name="Footer Placeholder 3">
            <a:extLst>
              <a:ext uri="{FF2B5EF4-FFF2-40B4-BE49-F238E27FC236}">
                <a16:creationId xmlns:a16="http://schemas.microsoft.com/office/drawing/2014/main" id="{F9FF82CB-2D17-4918-821E-485475CF243B}"/>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7B66589D-A056-4817-AE15-39D87FE13169}"/>
              </a:ext>
            </a:extLst>
          </p:cNvPr>
          <p:cNvSpPr>
            <a:spLocks noGrp="1"/>
          </p:cNvSpPr>
          <p:nvPr>
            <p:ph type="sldNum" sz="quarter" idx="12"/>
          </p:nvPr>
        </p:nvSpPr>
        <p:spPr/>
        <p:txBody>
          <a:bodyPr/>
          <a:lstStyle/>
          <a:p>
            <a:fld id="{DBA1B0FB-D917-4C8C-928F-313BD683BF39}" type="slidenum">
              <a:rPr lang="en-US" smtClean="0"/>
              <a:pPr/>
              <a:t>‹#›</a:t>
            </a:fld>
            <a:endParaRPr lang="en-US" dirty="0"/>
          </a:p>
        </p:txBody>
      </p:sp>
      <p:sp>
        <p:nvSpPr>
          <p:cNvPr id="39" name="Freeform: Shape 38">
            <a:extLst>
              <a:ext uri="{FF2B5EF4-FFF2-40B4-BE49-F238E27FC236}">
                <a16:creationId xmlns:a16="http://schemas.microsoft.com/office/drawing/2014/main" id="{E489F067-39E1-4757-BC11-6169A343F2E1}"/>
              </a:ext>
            </a:extLst>
          </p:cNvPr>
          <p:cNvSpPr>
            <a:spLocks noChangeAspect="1"/>
          </p:cNvSpPr>
          <p:nvPr/>
        </p:nvSpPr>
        <p:spPr>
          <a:xfrm rot="18900000" flipV="1">
            <a:off x="-410727"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33" name="Freeform: Shape 32">
            <a:extLst>
              <a:ext uri="{FF2B5EF4-FFF2-40B4-BE49-F238E27FC236}">
                <a16:creationId xmlns:a16="http://schemas.microsoft.com/office/drawing/2014/main" id="{DD231011-607F-42F1-B2D9-2BA8E91CC6AF}"/>
              </a:ext>
            </a:extLst>
          </p:cNvPr>
          <p:cNvSpPr>
            <a:spLocks noChangeAspect="1"/>
          </p:cNvSpPr>
          <p:nvPr/>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4" name="Oval 23">
            <a:extLst>
              <a:ext uri="{FF2B5EF4-FFF2-40B4-BE49-F238E27FC236}">
                <a16:creationId xmlns:a16="http://schemas.microsoft.com/office/drawing/2014/main" id="{EC472EFA-56B5-4A41-8D4B-E9F37727F34D}"/>
              </a:ext>
            </a:extLst>
          </p:cNvPr>
          <p:cNvSpPr/>
          <p:nvPr/>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42" name="Oval 41">
            <a:extLst>
              <a:ext uri="{FF2B5EF4-FFF2-40B4-BE49-F238E27FC236}">
                <a16:creationId xmlns:a16="http://schemas.microsoft.com/office/drawing/2014/main" id="{33781B6C-21AD-489D-A3CB-522BB2AC543F}"/>
              </a:ext>
            </a:extLst>
          </p:cNvPr>
          <p:cNvSpPr>
            <a:spLocks noChangeAspect="1"/>
          </p:cNvSpPr>
          <p:nvPr/>
        </p:nvSpPr>
        <p:spPr>
          <a:xfrm>
            <a:off x="1780661"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nvGrpSpPr>
          <p:cNvPr id="51" name="Group 50">
            <a:extLst>
              <a:ext uri="{FF2B5EF4-FFF2-40B4-BE49-F238E27FC236}">
                <a16:creationId xmlns:a16="http://schemas.microsoft.com/office/drawing/2014/main" id="{01AD5B80-530E-44CD-8D4A-2796FB214CBF}"/>
              </a:ext>
            </a:extLst>
          </p:cNvPr>
          <p:cNvGrpSpPr/>
          <p:nvPr/>
        </p:nvGrpSpPr>
        <p:grpSpPr>
          <a:xfrm>
            <a:off x="623181" y="1514007"/>
            <a:ext cx="734257" cy="760506"/>
            <a:chOff x="5243759" y="1363788"/>
            <a:chExt cx="734257" cy="760506"/>
          </a:xfrm>
        </p:grpSpPr>
        <p:sp>
          <p:nvSpPr>
            <p:cNvPr id="52" name="Freeform 5">
              <a:extLst>
                <a:ext uri="{FF2B5EF4-FFF2-40B4-BE49-F238E27FC236}">
                  <a16:creationId xmlns:a16="http://schemas.microsoft.com/office/drawing/2014/main" id="{2F746AA8-9050-4515-9B17-BC850368529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3" name="Freeform 6">
              <a:extLst>
                <a:ext uri="{FF2B5EF4-FFF2-40B4-BE49-F238E27FC236}">
                  <a16:creationId xmlns:a16="http://schemas.microsoft.com/office/drawing/2014/main" id="{23EC1AC3-1698-46D5-80B7-F22F15E1A5E4}"/>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54" name="Freeform 8">
              <a:extLst>
                <a:ext uri="{FF2B5EF4-FFF2-40B4-BE49-F238E27FC236}">
                  <a16:creationId xmlns:a16="http://schemas.microsoft.com/office/drawing/2014/main" id="{73766156-553C-46EB-93FA-4F37CC0FF5CF}"/>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Tree>
    <p:extLst>
      <p:ext uri="{BB962C8B-B14F-4D97-AF65-F5344CB8AC3E}">
        <p14:creationId xmlns:p14="http://schemas.microsoft.com/office/powerpoint/2010/main" val="2454133796"/>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1311674321"/>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778B0BE9-88B0-4883-9BA9-CD594C400EC1}"/>
              </a:ext>
            </a:extLst>
          </p:cNvPr>
          <p:cNvGrpSpPr/>
          <p:nvPr/>
        </p:nvGrpSpPr>
        <p:grpSpPr>
          <a:xfrm>
            <a:off x="4949631" y="5111861"/>
            <a:ext cx="1262947" cy="1335600"/>
            <a:chOff x="2678417" y="2427951"/>
            <a:chExt cx="1262947" cy="1335600"/>
          </a:xfrm>
        </p:grpSpPr>
        <p:sp>
          <p:nvSpPr>
            <p:cNvPr id="11" name="Freeform: Shape 10">
              <a:extLst>
                <a:ext uri="{FF2B5EF4-FFF2-40B4-BE49-F238E27FC236}">
                  <a16:creationId xmlns:a16="http://schemas.microsoft.com/office/drawing/2014/main" id="{C59DCBF3-7AFA-4CD1-A918-BC6DDE674E6C}"/>
                </a:ext>
              </a:extLst>
            </p:cNvPr>
            <p:cNvSpPr>
              <a:spLocks noChangeAspect="1"/>
            </p:cNvSpPr>
            <p:nvPr/>
          </p:nvSpPr>
          <p:spPr>
            <a:xfrm rot="2700000">
              <a:off x="2769891" y="2336477"/>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2" name="Oval 11">
              <a:extLst>
                <a:ext uri="{FF2B5EF4-FFF2-40B4-BE49-F238E27FC236}">
                  <a16:creationId xmlns:a16="http://schemas.microsoft.com/office/drawing/2014/main" id="{06964A02-96E1-4654-9187-DDDE7409F75B}"/>
                </a:ext>
              </a:extLst>
            </p:cNvPr>
            <p:cNvSpPr/>
            <p:nvPr/>
          </p:nvSpPr>
          <p:spPr>
            <a:xfrm rot="8100000">
              <a:off x="2784291" y="2683551"/>
              <a:ext cx="540000" cy="108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BF3FF76C-A012-4CDA-8AE7-E9413955716A}"/>
              </a:ext>
            </a:extLst>
          </p:cNvPr>
          <p:cNvSpPr>
            <a:spLocks noGrp="1"/>
          </p:cNvSpPr>
          <p:nvPr>
            <p:ph type="title"/>
          </p:nvPr>
        </p:nvSpPr>
        <p:spPr>
          <a:xfrm>
            <a:off x="550863" y="549275"/>
            <a:ext cx="11090275" cy="984885"/>
          </a:xfrm>
        </p:spPr>
        <p:txBody>
          <a:bodyPr anchor="t">
            <a:normAutofit/>
          </a:bodyPr>
          <a:lstStyle>
            <a:lvl1pPr>
              <a:lnSpc>
                <a:spcPct val="100000"/>
              </a:lnSpc>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611A4C80-DC38-4641-924F-90D6078CF592}"/>
              </a:ext>
            </a:extLst>
          </p:cNvPr>
          <p:cNvSpPr>
            <a:spLocks noGrp="1"/>
          </p:cNvSpPr>
          <p:nvPr>
            <p:ph idx="1"/>
          </p:nvPr>
        </p:nvSpPr>
        <p:spPr>
          <a:xfrm>
            <a:off x="4295775" y="1750060"/>
            <a:ext cx="7345362" cy="4342765"/>
          </a:xfrm>
        </p:spPr>
        <p:txBody>
          <a:bodyPr>
            <a:normAutofit/>
          </a:bodyPr>
          <a:lstStyle>
            <a:lvl1pPr>
              <a:defRPr sz="1600"/>
            </a:lvl1pPr>
            <a:lvl2pPr>
              <a:defRPr sz="1600"/>
            </a:lvl2pPr>
            <a:lvl3pPr>
              <a:defRPr sz="1600"/>
            </a:lvl3pPr>
            <a:lvl4pPr>
              <a:defRPr sz="1600"/>
            </a:lvl4pPr>
            <a:lvl5pPr>
              <a:defRPr sz="16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82C42771-D3A7-4072-85DC-B7C5E530E8AA}"/>
              </a:ext>
            </a:extLst>
          </p:cNvPr>
          <p:cNvSpPr>
            <a:spLocks noGrp="1"/>
          </p:cNvSpPr>
          <p:nvPr>
            <p:ph type="body" sz="half" idx="2"/>
          </p:nvPr>
        </p:nvSpPr>
        <p:spPr>
          <a:xfrm>
            <a:off x="550863" y="1750060"/>
            <a:ext cx="3565525" cy="434276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BD47AB1-6EB5-4E2C-B4A7-42DC643E9FF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BA9D15F-B6ED-46E1-9840-0B625880EE4B}"/>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CDAEB023-7A5E-4087-B75E-A38A80EE5D01}"/>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845482305"/>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17" name="Group 16">
            <a:extLst>
              <a:ext uri="{FF2B5EF4-FFF2-40B4-BE49-F238E27FC236}">
                <a16:creationId xmlns:a16="http://schemas.microsoft.com/office/drawing/2014/main" id="{F98F1FBA-F8BB-42CF-8B3E-D19AAFEE96C1}"/>
              </a:ext>
            </a:extLst>
          </p:cNvPr>
          <p:cNvGrpSpPr/>
          <p:nvPr/>
        </p:nvGrpSpPr>
        <p:grpSpPr>
          <a:xfrm>
            <a:off x="334964" y="5115518"/>
            <a:ext cx="734257" cy="760506"/>
            <a:chOff x="5243759" y="1363788"/>
            <a:chExt cx="734257" cy="760506"/>
          </a:xfrm>
        </p:grpSpPr>
        <p:sp>
          <p:nvSpPr>
            <p:cNvPr id="18" name="Freeform 5">
              <a:extLst>
                <a:ext uri="{FF2B5EF4-FFF2-40B4-BE49-F238E27FC236}">
                  <a16:creationId xmlns:a16="http://schemas.microsoft.com/office/drawing/2014/main" id="{60EE09DD-C3DB-4266-BCC3-A765CFFBF37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19" name="Freeform 6">
              <a:extLst>
                <a:ext uri="{FF2B5EF4-FFF2-40B4-BE49-F238E27FC236}">
                  <a16:creationId xmlns:a16="http://schemas.microsoft.com/office/drawing/2014/main" id="{5F301FE0-96DC-4EFB-BBEE-AED762C337C9}"/>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sp>
          <p:nvSpPr>
            <p:cNvPr id="20" name="Freeform 8">
              <a:extLst>
                <a:ext uri="{FF2B5EF4-FFF2-40B4-BE49-F238E27FC236}">
                  <a16:creationId xmlns:a16="http://schemas.microsoft.com/office/drawing/2014/main" id="{3BEAD276-8850-4C0C-9777-8537000D522A}"/>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a:p>
          </p:txBody>
        </p:sp>
      </p:grpSp>
      <p:sp>
        <p:nvSpPr>
          <p:cNvPr id="2" name="Title 1">
            <a:extLst>
              <a:ext uri="{FF2B5EF4-FFF2-40B4-BE49-F238E27FC236}">
                <a16:creationId xmlns:a16="http://schemas.microsoft.com/office/drawing/2014/main" id="{4E5EE0A0-B07E-479B-9684-4BD09FA4376C}"/>
              </a:ext>
            </a:extLst>
          </p:cNvPr>
          <p:cNvSpPr>
            <a:spLocks noGrp="1"/>
          </p:cNvSpPr>
          <p:nvPr>
            <p:ph type="title"/>
          </p:nvPr>
        </p:nvSpPr>
        <p:spPr>
          <a:xfrm>
            <a:off x="550863" y="575409"/>
            <a:ext cx="4500562" cy="984885"/>
          </a:xfrm>
        </p:spPr>
        <p:txBody>
          <a:bodyPr vert="horz" wrap="square" lIns="0" tIns="0" rIns="0" bIns="0" rtlCol="0" anchor="t" anchorCtr="0">
            <a:normAutofit/>
          </a:bodyPr>
          <a:lstStyle>
            <a:lvl1pPr>
              <a:defRPr lang="en-US" sz="3200" dirty="0"/>
            </a:lvl1pPr>
          </a:lstStyle>
          <a:p>
            <a:pPr lvl="0">
              <a:lnSpc>
                <a:spcPct val="100000"/>
              </a:lnSpc>
            </a:pPr>
            <a:r>
              <a:rPr lang="en-US"/>
              <a:t>Click to edit Master title style</a:t>
            </a:r>
            <a:endParaRPr lang="en-US" dirty="0"/>
          </a:p>
        </p:txBody>
      </p:sp>
      <p:sp>
        <p:nvSpPr>
          <p:cNvPr id="3" name="Picture Placeholder 2">
            <a:extLst>
              <a:ext uri="{FF2B5EF4-FFF2-40B4-BE49-F238E27FC236}">
                <a16:creationId xmlns:a16="http://schemas.microsoft.com/office/drawing/2014/main" id="{C11893A9-3462-4F51-83AE-5D2F124B985F}"/>
              </a:ext>
            </a:extLst>
          </p:cNvPr>
          <p:cNvSpPr>
            <a:spLocks noGrp="1"/>
          </p:cNvSpPr>
          <p:nvPr>
            <p:ph type="pic" idx="1"/>
          </p:nvPr>
        </p:nvSpPr>
        <p:spPr>
          <a:xfrm>
            <a:off x="5267324" y="575409"/>
            <a:ext cx="6373813" cy="5733316"/>
          </a:xfrm>
        </p:spPr>
        <p:txBody>
          <a:bodyPr>
            <a:normAutofit/>
          </a:bodyPr>
          <a:lstStyle>
            <a:lvl1pPr marL="0" indent="0">
              <a:buNone/>
              <a:defRPr sz="16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8BA9240C-79C0-4A88-A476-725DE1B9C28F}"/>
              </a:ext>
            </a:extLst>
          </p:cNvPr>
          <p:cNvSpPr>
            <a:spLocks noGrp="1"/>
          </p:cNvSpPr>
          <p:nvPr>
            <p:ph type="body" sz="half" idx="2"/>
          </p:nvPr>
        </p:nvSpPr>
        <p:spPr>
          <a:xfrm>
            <a:off x="550863" y="1776195"/>
            <a:ext cx="4500562" cy="4532530"/>
          </a:xfrm>
        </p:spPr>
        <p:txBody>
          <a:bodyPr anchor="t" anchorCtr="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7D2D6F-49E8-4217-A908-2D9E43583589}"/>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591C4440-6B8D-4A24-A807-8B1302A3DFAF}"/>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76CFE189-E20B-4108-B290-244424336512}"/>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176673549"/>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79361-B9A1-48F2-9473-23DE30E2D151}"/>
              </a:ext>
            </a:extLst>
          </p:cNvPr>
          <p:cNvSpPr>
            <a:spLocks noGrp="1"/>
          </p:cNvSpPr>
          <p:nvPr>
            <p:ph type="title"/>
          </p:nvPr>
        </p:nvSpPr>
        <p:spPr>
          <a:xfrm>
            <a:off x="550862" y="503906"/>
            <a:ext cx="11090275" cy="1333057"/>
          </a:xfrm>
        </p:spPr>
        <p:txBody>
          <a:bodyPr vert="horz" wrap="square" lIns="0" tIns="0" rIns="0" bIns="0" rtlCol="0" anchor="t" anchorCtr="0">
            <a:normAutofit/>
          </a:bodyPr>
          <a:lstStyle>
            <a:lvl1pPr>
              <a:defRPr lang="en-US" dirty="0"/>
            </a:lvl1pPr>
          </a:lstStyle>
          <a:p>
            <a:pPr lvl="0"/>
            <a:r>
              <a:rPr lang="en-US"/>
              <a:t>Click to edit Master title style</a:t>
            </a:r>
            <a:endParaRPr lang="en-US" dirty="0"/>
          </a:p>
        </p:txBody>
      </p:sp>
      <p:sp>
        <p:nvSpPr>
          <p:cNvPr id="3" name="Vertical Text Placeholder 2">
            <a:extLst>
              <a:ext uri="{FF2B5EF4-FFF2-40B4-BE49-F238E27FC236}">
                <a16:creationId xmlns:a16="http://schemas.microsoft.com/office/drawing/2014/main" id="{FD986779-C2F3-447D-85F7-F6B0E2C97DC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8661572-1A59-4E3B-BA65-3329E9468C6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FEF84F1-99FE-4F0B-9E76-F581C2C1B6D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7B2D769-16B1-43C4-BF14-3175533511E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3077305666"/>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0E56583A-514F-4632-820D-E7EE236A465B}"/>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2173CBBB-7DDC-4437-8C7D-22A1C35202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4C69EBF-DA20-4024-8006-B158D571E08E}"/>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ADBAC8B9-14B5-4DF1-994D-AB47DB3BA0C5}"/>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C7876582-5F9B-4F5E-AAD5-D608CB68EA3D}"/>
              </a:ext>
            </a:extLst>
          </p:cNvPr>
          <p:cNvSpPr>
            <a:spLocks noGrp="1"/>
          </p:cNvSpPr>
          <p:nvPr>
            <p:ph type="sldNum" sz="quarter" idx="12"/>
          </p:nvPr>
        </p:nvSpPr>
        <p:spPr/>
        <p:txBody>
          <a:body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748930639"/>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22053C-0E9C-4159-B7C9-6AB74343918D}"/>
              </a:ext>
            </a:extLst>
          </p:cNvPr>
          <p:cNvSpPr>
            <a:spLocks noGrp="1"/>
          </p:cNvSpPr>
          <p:nvPr>
            <p:ph type="title" hasCustomPrompt="1"/>
          </p:nvPr>
        </p:nvSpPr>
        <p:spPr>
          <a:xfrm>
            <a:off x="7018020" y="662937"/>
            <a:ext cx="4624442" cy="5542025"/>
          </a:xfrm>
        </p:spPr>
        <p:txBody>
          <a:bodyPr vert="horz" wrap="square" lIns="0" tIns="0" rIns="0" bIns="0" rtlCol="0" anchor="ctr" anchorCtr="0">
            <a:normAutofit/>
          </a:bodyPr>
          <a:lstStyle>
            <a:lvl1pPr>
              <a:defRPr lang="en-US" dirty="0"/>
            </a:lvl1pPr>
          </a:lstStyle>
          <a:p>
            <a:pPr lvl="0">
              <a:lnSpc>
                <a:spcPct val="100000"/>
              </a:lnSpc>
            </a:pPr>
            <a:r>
              <a:rPr lang="en-US" dirty="0"/>
              <a:t>Click to add title</a:t>
            </a:r>
          </a:p>
        </p:txBody>
      </p:sp>
      <p:sp>
        <p:nvSpPr>
          <p:cNvPr id="9" name="Picture Placeholder 8">
            <a:extLst>
              <a:ext uri="{FF2B5EF4-FFF2-40B4-BE49-F238E27FC236}">
                <a16:creationId xmlns:a16="http://schemas.microsoft.com/office/drawing/2014/main" id="{988CE9D0-E6DB-A38D-ED84-A53D0493E6D0}"/>
              </a:ext>
            </a:extLst>
          </p:cNvPr>
          <p:cNvSpPr>
            <a:spLocks noGrp="1"/>
          </p:cNvSpPr>
          <p:nvPr>
            <p:ph type="pic" sz="quarter" idx="13" hasCustomPrompt="1"/>
          </p:nvPr>
        </p:nvSpPr>
        <p:spPr>
          <a:xfrm>
            <a:off x="0" y="0"/>
            <a:ext cx="6267450" cy="6858000"/>
          </a:xfrm>
        </p:spPr>
        <p:txBody>
          <a:bodyPr>
            <a:normAutofit/>
          </a:bodyPr>
          <a:lstStyle>
            <a:lvl1pPr marL="0" indent="0" algn="ctr">
              <a:buNone/>
              <a:defRPr sz="2000"/>
            </a:lvl1pPr>
          </a:lstStyle>
          <a:p>
            <a:r>
              <a:rPr lang="en-US" dirty="0"/>
              <a:t>Click icon to insert picture</a:t>
            </a:r>
          </a:p>
        </p:txBody>
      </p:sp>
    </p:spTree>
    <p:extLst>
      <p:ext uri="{BB962C8B-B14F-4D97-AF65-F5344CB8AC3E}">
        <p14:creationId xmlns:p14="http://schemas.microsoft.com/office/powerpoint/2010/main" val="41192667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Agenda">
    <p:spTree>
      <p:nvGrpSpPr>
        <p:cNvPr id="1" name=""/>
        <p:cNvGrpSpPr/>
        <p:nvPr/>
      </p:nvGrpSpPr>
      <p:grpSpPr>
        <a:xfrm>
          <a:off x="0" y="0"/>
          <a:ext cx="0" cy="0"/>
          <a:chOff x="0" y="0"/>
          <a:chExt cx="0" cy="0"/>
        </a:xfrm>
      </p:grpSpPr>
      <p:grpSp>
        <p:nvGrpSpPr>
          <p:cNvPr id="23" name="Group 22">
            <a:extLst>
              <a:ext uri="{FF2B5EF4-FFF2-40B4-BE49-F238E27FC236}">
                <a16:creationId xmlns:a16="http://schemas.microsoft.com/office/drawing/2014/main" id="{43C4A872-A473-BFD2-150E-387250C2B4DA}"/>
              </a:ext>
              <a:ext uri="{C183D7F6-B498-43B3-948B-1728B52AA6E4}">
                <adec:decorative xmlns:adec="http://schemas.microsoft.com/office/drawing/2017/decorative" val="1"/>
              </a:ext>
            </a:extLst>
          </p:cNvPr>
          <p:cNvGrpSpPr/>
          <p:nvPr userDrawn="1"/>
        </p:nvGrpSpPr>
        <p:grpSpPr>
          <a:xfrm>
            <a:off x="613998" y="5334748"/>
            <a:ext cx="678135" cy="990000"/>
            <a:chOff x="10490969" y="1448827"/>
            <a:chExt cx="678135" cy="990000"/>
          </a:xfrm>
        </p:grpSpPr>
        <p:sp>
          <p:nvSpPr>
            <p:cNvPr id="24" name="Freeform: Shape 23">
              <a:extLst>
                <a:ext uri="{FF2B5EF4-FFF2-40B4-BE49-F238E27FC236}">
                  <a16:creationId xmlns:a16="http://schemas.microsoft.com/office/drawing/2014/main" id="{C5C8D53B-A579-BCFA-58E8-C386DABC92CD}"/>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25" name="Oval 24">
              <a:extLst>
                <a:ext uri="{FF2B5EF4-FFF2-40B4-BE49-F238E27FC236}">
                  <a16:creationId xmlns:a16="http://schemas.microsoft.com/office/drawing/2014/main" id="{23A34CAC-4A03-ADDB-E97F-8675E68FC0B3}"/>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6" name="Oval 25">
              <a:extLst>
                <a:ext uri="{FF2B5EF4-FFF2-40B4-BE49-F238E27FC236}">
                  <a16:creationId xmlns:a16="http://schemas.microsoft.com/office/drawing/2014/main" id="{0C733506-2F0D-8F31-52D1-5244F04A706B}"/>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7" name="Freeform: Shape 26">
              <a:extLst>
                <a:ext uri="{FF2B5EF4-FFF2-40B4-BE49-F238E27FC236}">
                  <a16:creationId xmlns:a16="http://schemas.microsoft.com/office/drawing/2014/main" id="{29356E3D-E14C-9C43-7CE4-A7156B1E10DB}"/>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0" name="Title 19">
            <a:extLst>
              <a:ext uri="{FF2B5EF4-FFF2-40B4-BE49-F238E27FC236}">
                <a16:creationId xmlns:a16="http://schemas.microsoft.com/office/drawing/2014/main" id="{85C652DA-55F6-9691-4254-344E0A4E9ABF}"/>
              </a:ext>
            </a:extLst>
          </p:cNvPr>
          <p:cNvSpPr>
            <a:spLocks noGrp="1"/>
          </p:cNvSpPr>
          <p:nvPr>
            <p:ph type="title" hasCustomPrompt="1"/>
          </p:nvPr>
        </p:nvSpPr>
        <p:spPr>
          <a:xfrm>
            <a:off x="550863" y="483924"/>
            <a:ext cx="11090275" cy="1684059"/>
          </a:xfrm>
        </p:spPr>
        <p:txBody>
          <a:bodyPr anchor="b">
            <a:normAutofit/>
          </a:bodyPr>
          <a:lstStyle>
            <a:lvl1pPr>
              <a:defRPr sz="4000"/>
            </a:lvl1pPr>
          </a:lstStyle>
          <a:p>
            <a:r>
              <a:rPr lang="en-US" dirty="0"/>
              <a:t>Click to add title</a:t>
            </a:r>
          </a:p>
        </p:txBody>
      </p:sp>
      <p:sp>
        <p:nvSpPr>
          <p:cNvPr id="22" name="Content Placeholder 21">
            <a:extLst>
              <a:ext uri="{FF2B5EF4-FFF2-40B4-BE49-F238E27FC236}">
                <a16:creationId xmlns:a16="http://schemas.microsoft.com/office/drawing/2014/main" id="{4DB7AC4F-2818-7F0D-AC6A-736D5F2C7392}"/>
              </a:ext>
            </a:extLst>
          </p:cNvPr>
          <p:cNvSpPr>
            <a:spLocks noGrp="1"/>
          </p:cNvSpPr>
          <p:nvPr>
            <p:ph sz="quarter" idx="13" hasCustomPrompt="1"/>
          </p:nvPr>
        </p:nvSpPr>
        <p:spPr>
          <a:xfrm>
            <a:off x="550863" y="2419350"/>
            <a:ext cx="11090274" cy="3913188"/>
          </a:xfrm>
        </p:spPr>
        <p:txBody>
          <a:bodyPr>
            <a:normAutofit/>
          </a:bodyPr>
          <a:lstStyle>
            <a:lvl1pPr marL="0" indent="0">
              <a:buNone/>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Date Placeholder 1">
            <a:extLst>
              <a:ext uri="{FF2B5EF4-FFF2-40B4-BE49-F238E27FC236}">
                <a16:creationId xmlns:a16="http://schemas.microsoft.com/office/drawing/2014/main" id="{AB81B449-7B97-41DC-B23F-65EDCBD316A6}"/>
              </a:ext>
            </a:extLst>
          </p:cNvPr>
          <p:cNvSpPr>
            <a:spLocks noGrp="1"/>
          </p:cNvSpPr>
          <p:nvPr>
            <p:ph type="dt" sz="half" idx="10"/>
          </p:nvPr>
        </p:nvSpPr>
        <p:spPr/>
        <p:txBody>
          <a:bodyPr/>
          <a:lstStyle/>
          <a:p>
            <a:r>
              <a:rPr lang="en-US"/>
              <a:t>20XX</a:t>
            </a:r>
            <a:endParaRPr lang="en-US" dirty="0"/>
          </a:p>
        </p:txBody>
      </p:sp>
      <p:sp>
        <p:nvSpPr>
          <p:cNvPr id="3" name="Footer Placeholder 2">
            <a:extLst>
              <a:ext uri="{FF2B5EF4-FFF2-40B4-BE49-F238E27FC236}">
                <a16:creationId xmlns:a16="http://schemas.microsoft.com/office/drawing/2014/main" id="{7C6B46D5-337B-4906-8412-4EEA3884FA7E}"/>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E436F230-C9A7-407A-B923-873839C8D8A0}"/>
              </a:ext>
            </a:extLst>
          </p:cNvPr>
          <p:cNvSpPr>
            <a:spLocks noGrp="1"/>
          </p:cNvSpPr>
          <p:nvPr>
            <p:ph type="sldNum" sz="quarter" idx="12"/>
          </p:nvPr>
        </p:nvSpPr>
        <p:spPr/>
        <p:txBody>
          <a:bodyPr/>
          <a:lstStyle/>
          <a:p>
            <a:fld id="{DBA1B0FB-D917-4C8C-928F-313BD683BF39}" type="slidenum">
              <a:rPr lang="en-US" smtClean="0"/>
              <a:t>‹#›</a:t>
            </a:fld>
            <a:endParaRPr lang="en-US" dirty="0"/>
          </a:p>
        </p:txBody>
      </p:sp>
      <p:grpSp>
        <p:nvGrpSpPr>
          <p:cNvPr id="5" name="Group 4">
            <a:extLst>
              <a:ext uri="{FF2B5EF4-FFF2-40B4-BE49-F238E27FC236}">
                <a16:creationId xmlns:a16="http://schemas.microsoft.com/office/drawing/2014/main" id="{6C61DF04-D7CB-2B19-8BB9-3E90A661973E}"/>
              </a:ext>
              <a:ext uri="{C183D7F6-B498-43B3-948B-1728B52AA6E4}">
                <adec:decorative xmlns:adec="http://schemas.microsoft.com/office/drawing/2017/decorative" val="1"/>
              </a:ext>
            </a:extLst>
          </p:cNvPr>
          <p:cNvGrpSpPr/>
          <p:nvPr userDrawn="1"/>
        </p:nvGrpSpPr>
        <p:grpSpPr>
          <a:xfrm>
            <a:off x="9010824" y="1514007"/>
            <a:ext cx="734257" cy="760506"/>
            <a:chOff x="5243759" y="1363788"/>
            <a:chExt cx="734257" cy="760506"/>
          </a:xfrm>
        </p:grpSpPr>
        <p:sp>
          <p:nvSpPr>
            <p:cNvPr id="6" name="Freeform 5">
              <a:extLst>
                <a:ext uri="{FF2B5EF4-FFF2-40B4-BE49-F238E27FC236}">
                  <a16:creationId xmlns:a16="http://schemas.microsoft.com/office/drawing/2014/main" id="{5DE1CC00-F893-E215-8086-65B6605C5FC9}"/>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6EBF50D9-F9B8-ADB3-8B4A-AF19564EE6E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80BE1060-7183-58F8-EEBF-64135EE82BC5}"/>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1" name="Oval 10">
            <a:extLst>
              <a:ext uri="{FF2B5EF4-FFF2-40B4-BE49-F238E27FC236}">
                <a16:creationId xmlns:a16="http://schemas.microsoft.com/office/drawing/2014/main" id="{E597A3BE-0D13-9033-E3FD-78202DB799C8}"/>
              </a:ext>
              <a:ext uri="{C183D7F6-B498-43B3-948B-1728B52AA6E4}">
                <adec:decorative xmlns:adec="http://schemas.microsoft.com/office/drawing/2017/decorative" val="1"/>
              </a:ext>
            </a:extLst>
          </p:cNvPr>
          <p:cNvSpPr>
            <a:spLocks noChangeAspect="1"/>
          </p:cNvSpPr>
          <p:nvPr userDrawn="1"/>
        </p:nvSpPr>
        <p:spPr>
          <a:xfrm>
            <a:off x="10168304" y="385236"/>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2" name="Group 11">
            <a:extLst>
              <a:ext uri="{FF2B5EF4-FFF2-40B4-BE49-F238E27FC236}">
                <a16:creationId xmlns:a16="http://schemas.microsoft.com/office/drawing/2014/main" id="{D8867D9A-3F3B-94C3-244B-0006226AEF73}"/>
              </a:ext>
              <a:ext uri="{C183D7F6-B498-43B3-948B-1728B52AA6E4}">
                <adec:decorative xmlns:adec="http://schemas.microsoft.com/office/drawing/2017/decorative" val="1"/>
              </a:ext>
            </a:extLst>
          </p:cNvPr>
          <p:cNvGrpSpPr/>
          <p:nvPr userDrawn="1"/>
        </p:nvGrpSpPr>
        <p:grpSpPr>
          <a:xfrm flipH="1">
            <a:off x="9063019" y="3199533"/>
            <a:ext cx="3597052" cy="2615018"/>
            <a:chOff x="4541453" y="3199533"/>
            <a:chExt cx="3597052" cy="2615018"/>
          </a:xfrm>
        </p:grpSpPr>
        <p:sp>
          <p:nvSpPr>
            <p:cNvPr id="13" name="Freeform: Shape 38">
              <a:extLst>
                <a:ext uri="{FF2B5EF4-FFF2-40B4-BE49-F238E27FC236}">
                  <a16:creationId xmlns:a16="http://schemas.microsoft.com/office/drawing/2014/main" id="{955FC3D1-6227-A188-CCDB-11D573FD807A}"/>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14" name="Group 13">
              <a:extLst>
                <a:ext uri="{FF2B5EF4-FFF2-40B4-BE49-F238E27FC236}">
                  <a16:creationId xmlns:a16="http://schemas.microsoft.com/office/drawing/2014/main" id="{AE6BE70E-C41E-449D-A48C-4EB6BB7DC20D}"/>
                </a:ext>
              </a:extLst>
            </p:cNvPr>
            <p:cNvGrpSpPr/>
            <p:nvPr/>
          </p:nvGrpSpPr>
          <p:grpSpPr>
            <a:xfrm>
              <a:off x="4541453" y="3199533"/>
              <a:ext cx="3478701" cy="2615018"/>
              <a:chOff x="-481151" y="3199533"/>
              <a:chExt cx="3478701" cy="2615018"/>
            </a:xfrm>
          </p:grpSpPr>
          <p:sp>
            <p:nvSpPr>
              <p:cNvPr id="15" name="Freeform: Shape 32">
                <a:extLst>
                  <a:ext uri="{FF2B5EF4-FFF2-40B4-BE49-F238E27FC236}">
                    <a16:creationId xmlns:a16="http://schemas.microsoft.com/office/drawing/2014/main" id="{B7C0B12B-49BE-7855-18FB-8583C8DD9617}"/>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6" name="Oval 15">
                <a:extLst>
                  <a:ext uri="{FF2B5EF4-FFF2-40B4-BE49-F238E27FC236}">
                    <a16:creationId xmlns:a16="http://schemas.microsoft.com/office/drawing/2014/main" id="{67C78A37-D378-70D3-D6E3-AB9400EB583E}"/>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7" name="Group 16">
            <a:extLst>
              <a:ext uri="{FF2B5EF4-FFF2-40B4-BE49-F238E27FC236}">
                <a16:creationId xmlns:a16="http://schemas.microsoft.com/office/drawing/2014/main" id="{02491172-466F-19CC-B639-A1C3CAB1D43A}"/>
              </a:ext>
              <a:ext uri="{C183D7F6-B498-43B3-948B-1728B52AA6E4}">
                <adec:decorative xmlns:adec="http://schemas.microsoft.com/office/drawing/2017/decorative" val="1"/>
              </a:ext>
            </a:extLst>
          </p:cNvPr>
          <p:cNvGrpSpPr/>
          <p:nvPr userDrawn="1"/>
        </p:nvGrpSpPr>
        <p:grpSpPr>
          <a:xfrm>
            <a:off x="5690545" y="4100655"/>
            <a:ext cx="1335600" cy="1262947"/>
            <a:chOff x="10145015" y="2343978"/>
            <a:chExt cx="1335600" cy="1262947"/>
          </a:xfrm>
        </p:grpSpPr>
        <p:sp>
          <p:nvSpPr>
            <p:cNvPr id="18" name="Freeform: Shape 25">
              <a:extLst>
                <a:ext uri="{FF2B5EF4-FFF2-40B4-BE49-F238E27FC236}">
                  <a16:creationId xmlns:a16="http://schemas.microsoft.com/office/drawing/2014/main" id="{45EC885D-265C-397B-5DAF-57A66CDA30B5}"/>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9" name="Oval 18">
              <a:extLst>
                <a:ext uri="{FF2B5EF4-FFF2-40B4-BE49-F238E27FC236}">
                  <a16:creationId xmlns:a16="http://schemas.microsoft.com/office/drawing/2014/main" id="{3601DB21-D937-2F89-DC26-063DFC7800C8}"/>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Tree>
    <p:extLst>
      <p:ext uri="{BB962C8B-B14F-4D97-AF65-F5344CB8AC3E}">
        <p14:creationId xmlns:p14="http://schemas.microsoft.com/office/powerpoint/2010/main" val="220765356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Section Title">
    <p:spTree>
      <p:nvGrpSpPr>
        <p:cNvPr id="1" name=""/>
        <p:cNvGrpSpPr/>
        <p:nvPr/>
      </p:nvGrpSpPr>
      <p:grpSpPr>
        <a:xfrm>
          <a:off x="0" y="0"/>
          <a:ext cx="0" cy="0"/>
          <a:chOff x="0" y="0"/>
          <a:chExt cx="0" cy="0"/>
        </a:xfrm>
      </p:grpSpPr>
      <p:sp>
        <p:nvSpPr>
          <p:cNvPr id="11" name="Title 1">
            <a:extLst>
              <a:ext uri="{FF2B5EF4-FFF2-40B4-BE49-F238E27FC236}">
                <a16:creationId xmlns:a16="http://schemas.microsoft.com/office/drawing/2014/main" id="{076C4EAC-BBDE-1963-BD72-3BD2A47DC59C}"/>
              </a:ext>
            </a:extLst>
          </p:cNvPr>
          <p:cNvSpPr>
            <a:spLocks noGrp="1"/>
          </p:cNvSpPr>
          <p:nvPr>
            <p:ph type="ctrTitle" hasCustomPrompt="1"/>
          </p:nvPr>
        </p:nvSpPr>
        <p:spPr>
          <a:xfrm>
            <a:off x="550863" y="4045464"/>
            <a:ext cx="11115355" cy="2286000"/>
          </a:xfrm>
        </p:spPr>
        <p:txBody>
          <a:bodyPr anchor="ctr">
            <a:noAutofit/>
          </a:bodyPr>
          <a:lstStyle>
            <a:lvl1pPr algn="l">
              <a:defRPr sz="5400"/>
            </a:lvl1pPr>
          </a:lstStyle>
          <a:p>
            <a:r>
              <a:rPr lang="en-US" dirty="0"/>
              <a:t>Click to add title</a:t>
            </a:r>
          </a:p>
        </p:txBody>
      </p:sp>
      <p:sp>
        <p:nvSpPr>
          <p:cNvPr id="8" name="Picture Placeholder 7">
            <a:extLst>
              <a:ext uri="{FF2B5EF4-FFF2-40B4-BE49-F238E27FC236}">
                <a16:creationId xmlns:a16="http://schemas.microsoft.com/office/drawing/2014/main" id="{E592AF4F-2F83-7005-B3AC-6FCC7FB19140}"/>
              </a:ext>
            </a:extLst>
          </p:cNvPr>
          <p:cNvSpPr>
            <a:spLocks noGrp="1"/>
          </p:cNvSpPr>
          <p:nvPr>
            <p:ph type="pic" sz="quarter" idx="13" hasCustomPrompt="1"/>
          </p:nvPr>
        </p:nvSpPr>
        <p:spPr>
          <a:xfrm>
            <a:off x="0" y="4594"/>
            <a:ext cx="12192000" cy="3771878"/>
          </a:xfrm>
        </p:spPr>
        <p:txBody>
          <a:bodyPr>
            <a:noAutofit/>
          </a:bodyPr>
          <a:lstStyle>
            <a:lvl1pPr marL="0" indent="0" algn="ctr">
              <a:buNone/>
              <a:defRPr sz="2000"/>
            </a:lvl1pPr>
          </a:lstStyle>
          <a:p>
            <a:r>
              <a:rPr lang="en-US" dirty="0"/>
              <a:t>Click icon to insert picture</a:t>
            </a:r>
          </a:p>
        </p:txBody>
      </p:sp>
      <p:sp>
        <p:nvSpPr>
          <p:cNvPr id="7" name="Oval 6">
            <a:extLst>
              <a:ext uri="{FF2B5EF4-FFF2-40B4-BE49-F238E27FC236}">
                <a16:creationId xmlns:a16="http://schemas.microsoft.com/office/drawing/2014/main" id="{57BF9F63-86BE-5515-AD3C-59481B3FF4B4}"/>
              </a:ext>
              <a:ext uri="{C183D7F6-B498-43B3-948B-1728B52AA6E4}">
                <adec:decorative xmlns:adec="http://schemas.microsoft.com/office/drawing/2017/decorative" val="1"/>
              </a:ext>
            </a:extLst>
          </p:cNvPr>
          <p:cNvSpPr>
            <a:spLocks noChangeAspect="1"/>
          </p:cNvSpPr>
          <p:nvPr userDrawn="1"/>
        </p:nvSpPr>
        <p:spPr>
          <a:xfrm>
            <a:off x="1225773" y="385222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167329968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userDrawn="1">
  <p:cSld name="Title + subtitle +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72C41-A024-2F33-1F04-21E003FA7291}"/>
              </a:ext>
            </a:extLst>
          </p:cNvPr>
          <p:cNvSpPr>
            <a:spLocks noGrp="1"/>
          </p:cNvSpPr>
          <p:nvPr>
            <p:ph type="ctrTitle" hasCustomPrompt="1"/>
          </p:nvPr>
        </p:nvSpPr>
        <p:spPr>
          <a:xfrm>
            <a:off x="550863" y="196900"/>
            <a:ext cx="4159160" cy="3155900"/>
          </a:xfrm>
        </p:spPr>
        <p:txBody>
          <a:bodyPr lIns="91440" anchor="b">
            <a:noAutofit/>
          </a:bodyPr>
          <a:lstStyle>
            <a:lvl1pPr algn="l">
              <a:defRPr sz="4000"/>
            </a:lvl1pPr>
          </a:lstStyle>
          <a:p>
            <a:r>
              <a:rPr lang="en-US" dirty="0"/>
              <a:t>Click to add title</a:t>
            </a:r>
          </a:p>
        </p:txBody>
      </p:sp>
      <p:sp>
        <p:nvSpPr>
          <p:cNvPr id="3" name="Subtitle 2">
            <a:extLst>
              <a:ext uri="{FF2B5EF4-FFF2-40B4-BE49-F238E27FC236}">
                <a16:creationId xmlns:a16="http://schemas.microsoft.com/office/drawing/2014/main" id="{473BC2DF-9C2A-052C-AD2C-0A8ABAA50374}"/>
              </a:ext>
            </a:extLst>
          </p:cNvPr>
          <p:cNvSpPr>
            <a:spLocks noGrp="1"/>
          </p:cNvSpPr>
          <p:nvPr>
            <p:ph type="subTitle" idx="1" hasCustomPrompt="1"/>
          </p:nvPr>
        </p:nvSpPr>
        <p:spPr>
          <a:xfrm>
            <a:off x="547271" y="3505200"/>
            <a:ext cx="4159160" cy="2352356"/>
          </a:xfrm>
        </p:spPr>
        <p:txBody>
          <a:bodyPr lIns="91440" rIns="91440">
            <a:noAutofit/>
          </a:bodyPr>
          <a:lstStyle>
            <a:lvl1pPr marL="0" indent="0" algn="l">
              <a:lnSpc>
                <a:spcPct val="100000"/>
              </a:lnSpc>
              <a:spcAft>
                <a:spcPts val="0"/>
              </a:spcAft>
              <a:buFont typeface="Arial" panose="020B0604020202020204" pitchFamily="34" charset="0"/>
              <a:buNone/>
              <a:defRPr sz="2400">
                <a:solidFill>
                  <a:schemeClr val="tx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subtitle</a:t>
            </a:r>
          </a:p>
        </p:txBody>
      </p:sp>
      <p:sp>
        <p:nvSpPr>
          <p:cNvPr id="14" name="Oval 13">
            <a:extLst>
              <a:ext uri="{FF2B5EF4-FFF2-40B4-BE49-F238E27FC236}">
                <a16:creationId xmlns:a16="http://schemas.microsoft.com/office/drawing/2014/main" id="{60ABD6E1-FE78-D78B-E80C-09490F5D8D05}"/>
              </a:ext>
              <a:ext uri="{C183D7F6-B498-43B3-948B-1728B52AA6E4}">
                <adec:decorative xmlns:adec="http://schemas.microsoft.com/office/drawing/2017/decorative" val="1"/>
              </a:ext>
            </a:extLst>
          </p:cNvPr>
          <p:cNvSpPr>
            <a:spLocks noChangeAspect="1"/>
          </p:cNvSpPr>
          <p:nvPr userDrawn="1"/>
        </p:nvSpPr>
        <p:spPr>
          <a:xfrm>
            <a:off x="5668780" y="505900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0" name="Group 9">
            <a:extLst>
              <a:ext uri="{FF2B5EF4-FFF2-40B4-BE49-F238E27FC236}">
                <a16:creationId xmlns:a16="http://schemas.microsoft.com/office/drawing/2014/main" id="{62BB1BCD-5C1C-ED05-D6B4-F92367209BEF}"/>
              </a:ext>
              <a:ext uri="{C183D7F6-B498-43B3-948B-1728B52AA6E4}">
                <adec:decorative xmlns:adec="http://schemas.microsoft.com/office/drawing/2017/decorative" val="1"/>
              </a:ext>
            </a:extLst>
          </p:cNvPr>
          <p:cNvGrpSpPr/>
          <p:nvPr userDrawn="1"/>
        </p:nvGrpSpPr>
        <p:grpSpPr>
          <a:xfrm>
            <a:off x="10822156" y="4143453"/>
            <a:ext cx="734257" cy="760506"/>
            <a:chOff x="5243759" y="1363788"/>
            <a:chExt cx="734257" cy="760506"/>
          </a:xfrm>
        </p:grpSpPr>
        <p:sp>
          <p:nvSpPr>
            <p:cNvPr id="11" name="Freeform 5">
              <a:extLst>
                <a:ext uri="{FF2B5EF4-FFF2-40B4-BE49-F238E27FC236}">
                  <a16:creationId xmlns:a16="http://schemas.microsoft.com/office/drawing/2014/main" id="{700A5CAB-28E9-FB7A-E72E-39F3ADE58C6B}"/>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2" name="Freeform 6">
              <a:extLst>
                <a:ext uri="{FF2B5EF4-FFF2-40B4-BE49-F238E27FC236}">
                  <a16:creationId xmlns:a16="http://schemas.microsoft.com/office/drawing/2014/main" id="{2BA2D9BC-CA87-28FA-7A02-455E740EACAB}"/>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3" name="Freeform 8">
              <a:extLst>
                <a:ext uri="{FF2B5EF4-FFF2-40B4-BE49-F238E27FC236}">
                  <a16:creationId xmlns:a16="http://schemas.microsoft.com/office/drawing/2014/main" id="{734E5ADF-EEF0-2501-9D7B-8FC1A49F60A7}"/>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8" name="Picture Placeholder 14">
            <a:extLst>
              <a:ext uri="{FF2B5EF4-FFF2-40B4-BE49-F238E27FC236}">
                <a16:creationId xmlns:a16="http://schemas.microsoft.com/office/drawing/2014/main" id="{780F3839-9B1B-2346-C1F4-E876E6AE32E1}"/>
              </a:ext>
            </a:extLst>
          </p:cNvPr>
          <p:cNvSpPr>
            <a:spLocks noGrp="1"/>
          </p:cNvSpPr>
          <p:nvPr>
            <p:ph type="pic" sz="quarter" idx="13"/>
          </p:nvPr>
        </p:nvSpPr>
        <p:spPr>
          <a:xfrm>
            <a:off x="5678049" y="788713"/>
            <a:ext cx="5132388" cy="5132388"/>
          </a:xfrm>
          <a:custGeom>
            <a:avLst/>
            <a:gdLst>
              <a:gd name="connsiteX0" fmla="*/ 2566194 w 5132388"/>
              <a:gd name="connsiteY0" fmla="*/ 0 h 5132388"/>
              <a:gd name="connsiteX1" fmla="*/ 5132388 w 5132388"/>
              <a:gd name="connsiteY1" fmla="*/ 2566194 h 5132388"/>
              <a:gd name="connsiteX2" fmla="*/ 2566194 w 5132388"/>
              <a:gd name="connsiteY2" fmla="*/ 5132388 h 5132388"/>
              <a:gd name="connsiteX3" fmla="*/ 0 w 5132388"/>
              <a:gd name="connsiteY3" fmla="*/ 2566194 h 5132388"/>
              <a:gd name="connsiteX4" fmla="*/ 2566194 w 5132388"/>
              <a:gd name="connsiteY4" fmla="*/ 0 h 51323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132388" h="5132388">
                <a:moveTo>
                  <a:pt x="2566194" y="0"/>
                </a:moveTo>
                <a:cubicBezTo>
                  <a:pt x="3983464" y="0"/>
                  <a:pt x="5132388" y="1148924"/>
                  <a:pt x="5132388" y="2566194"/>
                </a:cubicBezTo>
                <a:cubicBezTo>
                  <a:pt x="5132388" y="3983464"/>
                  <a:pt x="3983464" y="5132388"/>
                  <a:pt x="2566194" y="5132388"/>
                </a:cubicBezTo>
                <a:cubicBezTo>
                  <a:pt x="1148924" y="5132388"/>
                  <a:pt x="0" y="3983464"/>
                  <a:pt x="0" y="2566194"/>
                </a:cubicBezTo>
                <a:cubicBezTo>
                  <a:pt x="0" y="1148924"/>
                  <a:pt x="1148924" y="0"/>
                  <a:pt x="2566194" y="0"/>
                </a:cubicBezTo>
                <a:close/>
              </a:path>
            </a:pathLst>
          </a:custGeom>
          <a:solidFill>
            <a:schemeClr val="accent5"/>
          </a:solidFill>
        </p:spPr>
        <p:txBody>
          <a:bodyPr wrap="square" tIns="365760">
            <a:noAutofit/>
          </a:bodyPr>
          <a:lstStyle>
            <a:lvl1pPr marL="0" indent="0" algn="ctr">
              <a:buNone/>
              <a:defRPr sz="1800"/>
            </a:lvl1pPr>
          </a:lstStyle>
          <a:p>
            <a:r>
              <a:rPr lang="en-US"/>
              <a:t>Click icon to add picture</a:t>
            </a:r>
            <a:endParaRPr lang="en-US" dirty="0"/>
          </a:p>
        </p:txBody>
      </p:sp>
      <p:sp>
        <p:nvSpPr>
          <p:cNvPr id="4" name="Date Placeholder 3">
            <a:extLst>
              <a:ext uri="{FF2B5EF4-FFF2-40B4-BE49-F238E27FC236}">
                <a16:creationId xmlns:a16="http://schemas.microsoft.com/office/drawing/2014/main" id="{C0070940-5919-2C95-2278-32E50BF14DD1}"/>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957D599-49CF-19FE-6D86-C5EDB765F413}"/>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28931DF1-1C8D-86B9-BFDD-098FFC00FDC2}"/>
              </a:ext>
            </a:extLst>
          </p:cNvPr>
          <p:cNvSpPr>
            <a:spLocks noGrp="1"/>
          </p:cNvSpPr>
          <p:nvPr>
            <p:ph type="sldNum" sz="quarter" idx="12"/>
          </p:nvPr>
        </p:nvSpPr>
        <p:spPr/>
        <p:txBody>
          <a:bodyPr/>
          <a:lstStyle/>
          <a:p>
            <a:fld id="{CBD12358-51D2-46B3-9BDE-DF29528B9454}" type="slidenum">
              <a:rPr lang="en-US" smtClean="0"/>
              <a:t>‹#›</a:t>
            </a:fld>
            <a:endParaRPr lang="en-US" dirty="0"/>
          </a:p>
        </p:txBody>
      </p:sp>
    </p:spTree>
    <p:extLst>
      <p:ext uri="{BB962C8B-B14F-4D97-AF65-F5344CB8AC3E}">
        <p14:creationId xmlns:p14="http://schemas.microsoft.com/office/powerpoint/2010/main" val="340974283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Title and Content 1">
    <p:spTree>
      <p:nvGrpSpPr>
        <p:cNvPr id="1" name=""/>
        <p:cNvGrpSpPr/>
        <p:nvPr/>
      </p:nvGrpSpPr>
      <p:grpSpPr>
        <a:xfrm>
          <a:off x="0" y="0"/>
          <a:ext cx="0" cy="0"/>
          <a:chOff x="0" y="0"/>
          <a:chExt cx="0" cy="0"/>
        </a:xfrm>
      </p:grpSpPr>
      <p:grpSp>
        <p:nvGrpSpPr>
          <p:cNvPr id="7" name="Group 6">
            <a:extLst>
              <a:ext uri="{FF2B5EF4-FFF2-40B4-BE49-F238E27FC236}">
                <a16:creationId xmlns:a16="http://schemas.microsoft.com/office/drawing/2014/main" id="{C87E98C0-6053-9701-92D0-4EF9ADBC500C}"/>
              </a:ext>
              <a:ext uri="{C183D7F6-B498-43B3-948B-1728B52AA6E4}">
                <adec:decorative xmlns:adec="http://schemas.microsoft.com/office/drawing/2017/decorative" val="1"/>
              </a:ext>
            </a:extLst>
          </p:cNvPr>
          <p:cNvGrpSpPr/>
          <p:nvPr userDrawn="1"/>
        </p:nvGrpSpPr>
        <p:grpSpPr>
          <a:xfrm flipH="1" flipV="1">
            <a:off x="9063019" y="746716"/>
            <a:ext cx="3597052" cy="2615018"/>
            <a:chOff x="4541453" y="3199533"/>
            <a:chExt cx="3597052" cy="2615018"/>
          </a:xfrm>
        </p:grpSpPr>
        <p:sp>
          <p:nvSpPr>
            <p:cNvPr id="8" name="Freeform: Shape 38">
              <a:extLst>
                <a:ext uri="{FF2B5EF4-FFF2-40B4-BE49-F238E27FC236}">
                  <a16:creationId xmlns:a16="http://schemas.microsoft.com/office/drawing/2014/main" id="{C32B1A1D-760B-9D3D-A869-E50FC962A629}"/>
                </a:ext>
              </a:extLst>
            </p:cNvPr>
            <p:cNvSpPr>
              <a:spLocks noChangeAspect="1"/>
            </p:cNvSpPr>
            <p:nvPr/>
          </p:nvSpPr>
          <p:spPr>
            <a:xfrm rot="18900000" flipV="1">
              <a:off x="4602175" y="3958416"/>
              <a:ext cx="3536330" cy="1853969"/>
            </a:xfrm>
            <a:custGeom>
              <a:avLst/>
              <a:gdLst>
                <a:gd name="connsiteX0" fmla="*/ 3536330 w 3536330"/>
                <a:gd name="connsiteY0" fmla="*/ 1853969 h 1853969"/>
                <a:gd name="connsiteX1" fmla="*/ 1682362 w 3536330"/>
                <a:gd name="connsiteY1" fmla="*/ 0 h 1853969"/>
                <a:gd name="connsiteX2" fmla="*/ 52157 w 3536330"/>
                <a:gd name="connsiteY2" fmla="*/ 970257 h 1853969"/>
                <a:gd name="connsiteX3" fmla="*/ 0 w 3536330"/>
                <a:gd name="connsiteY3" fmla="*/ 1078528 h 1853969"/>
                <a:gd name="connsiteX4" fmla="*/ 757215 w 3536330"/>
                <a:gd name="connsiteY4" fmla="*/ 1835743 h 1853969"/>
                <a:gd name="connsiteX5" fmla="*/ 774211 w 3536330"/>
                <a:gd name="connsiteY5" fmla="*/ 1667149 h 1853969"/>
                <a:gd name="connsiteX6" fmla="*/ 1682362 w 3536330"/>
                <a:gd name="connsiteY6" fmla="*/ 926985 h 1853969"/>
                <a:gd name="connsiteX7" fmla="*/ 2609345 w 3536330"/>
                <a:gd name="connsiteY7" fmla="*/ 1853969 h 18539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36330" h="1853969">
                  <a:moveTo>
                    <a:pt x="3536330" y="1853969"/>
                  </a:moveTo>
                  <a:cubicBezTo>
                    <a:pt x="3536330" y="830051"/>
                    <a:pt x="2706280" y="0"/>
                    <a:pt x="1682362" y="0"/>
                  </a:cubicBezTo>
                  <a:cubicBezTo>
                    <a:pt x="978418" y="0"/>
                    <a:pt x="366107" y="392328"/>
                    <a:pt x="52157" y="970257"/>
                  </a:cubicBezTo>
                  <a:lnTo>
                    <a:pt x="0" y="1078528"/>
                  </a:lnTo>
                  <a:lnTo>
                    <a:pt x="757215" y="1835743"/>
                  </a:lnTo>
                  <a:lnTo>
                    <a:pt x="774211" y="1667149"/>
                  </a:lnTo>
                  <a:cubicBezTo>
                    <a:pt x="860649" y="1244739"/>
                    <a:pt x="1234397" y="926985"/>
                    <a:pt x="1682362" y="926985"/>
                  </a:cubicBezTo>
                  <a:cubicBezTo>
                    <a:pt x="2194320" y="926985"/>
                    <a:pt x="2609345" y="1342010"/>
                    <a:pt x="2609345" y="1853969"/>
                  </a:cubicBezTo>
                  <a:close/>
                </a:path>
              </a:pathLst>
            </a:custGeom>
            <a:gradFill flip="none" rotWithShape="1">
              <a:gsLst>
                <a:gs pos="97000">
                  <a:schemeClr val="bg2"/>
                </a:gs>
                <a:gs pos="31000">
                  <a:schemeClr val="bg2">
                    <a:lumMod val="90000"/>
                    <a:lumOff val="10000"/>
                  </a:schemeClr>
                </a:gs>
              </a:gsLst>
              <a:lin ang="15000000" scaled="0"/>
              <a:tileRect/>
            </a:gradFill>
            <a:ln>
              <a:noFill/>
            </a:ln>
            <a:effectLst>
              <a:innerShdw blurRad="355600" dist="101600" dir="16200000">
                <a:schemeClr val="accent1">
                  <a:lumMod val="60000"/>
                  <a:lumOff val="40000"/>
                  <a:alpha val="8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grpSp>
          <p:nvGrpSpPr>
            <p:cNvPr id="9" name="Group 8">
              <a:extLst>
                <a:ext uri="{FF2B5EF4-FFF2-40B4-BE49-F238E27FC236}">
                  <a16:creationId xmlns:a16="http://schemas.microsoft.com/office/drawing/2014/main" id="{D02EF78B-5BDF-8632-B9B1-087DB042EEC7}"/>
                </a:ext>
              </a:extLst>
            </p:cNvPr>
            <p:cNvGrpSpPr/>
            <p:nvPr/>
          </p:nvGrpSpPr>
          <p:grpSpPr>
            <a:xfrm>
              <a:off x="4541453" y="3199533"/>
              <a:ext cx="3478701" cy="2615018"/>
              <a:chOff x="-481151" y="3199533"/>
              <a:chExt cx="3478701" cy="2615018"/>
            </a:xfrm>
          </p:grpSpPr>
          <p:sp>
            <p:nvSpPr>
              <p:cNvPr id="10" name="Freeform: Shape 32">
                <a:extLst>
                  <a:ext uri="{FF2B5EF4-FFF2-40B4-BE49-F238E27FC236}">
                    <a16:creationId xmlns:a16="http://schemas.microsoft.com/office/drawing/2014/main" id="{5C54B3E8-515B-0865-9321-DB3793A62240}"/>
                  </a:ext>
                </a:extLst>
              </p:cNvPr>
              <p:cNvSpPr>
                <a:spLocks noChangeAspect="1"/>
              </p:cNvSpPr>
              <p:nvPr userDrawn="1"/>
            </p:nvSpPr>
            <p:spPr>
              <a:xfrm rot="18900000" flipV="1">
                <a:off x="-481151" y="3649708"/>
                <a:ext cx="3478701" cy="2164843"/>
              </a:xfrm>
              <a:custGeom>
                <a:avLst/>
                <a:gdLst>
                  <a:gd name="connsiteX0" fmla="*/ 3478701 w 3478701"/>
                  <a:gd name="connsiteY0" fmla="*/ 2164843 h 2164843"/>
                  <a:gd name="connsiteX1" fmla="*/ 1624733 w 3478701"/>
                  <a:gd name="connsiteY1" fmla="*/ 0 h 2164843"/>
                  <a:gd name="connsiteX2" fmla="*/ 87393 w 3478701"/>
                  <a:gd name="connsiteY2" fmla="*/ 954459 h 2164843"/>
                  <a:gd name="connsiteX3" fmla="*/ 0 w 3478701"/>
                  <a:gd name="connsiteY3" fmla="*/ 1122434 h 2164843"/>
                  <a:gd name="connsiteX4" fmla="*/ 736015 w 3478701"/>
                  <a:gd name="connsiteY4" fmla="*/ 1858449 h 2164843"/>
                  <a:gd name="connsiteX5" fmla="*/ 739424 w 3478701"/>
                  <a:gd name="connsiteY5" fmla="*/ 1842964 h 2164843"/>
                  <a:gd name="connsiteX6" fmla="*/ 1624733 w 3478701"/>
                  <a:gd name="connsiteY6" fmla="*/ 1082422 h 2164843"/>
                  <a:gd name="connsiteX7" fmla="*/ 2551716 w 3478701"/>
                  <a:gd name="connsiteY7" fmla="*/ 2164843 h 21648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478701" h="2164843">
                    <a:moveTo>
                      <a:pt x="3478701" y="2164843"/>
                    </a:moveTo>
                    <a:cubicBezTo>
                      <a:pt x="3478701" y="969234"/>
                      <a:pt x="2648651" y="0"/>
                      <a:pt x="1624733" y="0"/>
                    </a:cubicBezTo>
                    <a:cubicBezTo>
                      <a:pt x="984784" y="0"/>
                      <a:pt x="420564" y="378607"/>
                      <a:pt x="87393" y="954459"/>
                    </a:cubicBezTo>
                    <a:lnTo>
                      <a:pt x="0" y="1122434"/>
                    </a:lnTo>
                    <a:lnTo>
                      <a:pt x="736015" y="1858449"/>
                    </a:lnTo>
                    <a:lnTo>
                      <a:pt x="739424" y="1842964"/>
                    </a:lnTo>
                    <a:cubicBezTo>
                      <a:pt x="856791" y="1402344"/>
                      <a:pt x="1208766" y="1082422"/>
                      <a:pt x="1624733" y="1082422"/>
                    </a:cubicBezTo>
                    <a:cubicBezTo>
                      <a:pt x="2136692" y="1082422"/>
                      <a:pt x="2551716" y="1567038"/>
                      <a:pt x="2551716" y="2164843"/>
                    </a:cubicBezTo>
                    <a:close/>
                  </a:path>
                </a:pathLst>
              </a:custGeom>
              <a:solidFill>
                <a:schemeClr val="bg2">
                  <a:lumMod val="50000"/>
                  <a:lumOff val="50000"/>
                  <a:alpha val="40000"/>
                </a:schemeClr>
              </a:solidFill>
              <a:ln>
                <a:noFill/>
              </a:ln>
              <a:effectLst>
                <a:softEdge rad="3810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Oval 10">
                <a:extLst>
                  <a:ext uri="{FF2B5EF4-FFF2-40B4-BE49-F238E27FC236}">
                    <a16:creationId xmlns:a16="http://schemas.microsoft.com/office/drawing/2014/main" id="{56E92718-2CCD-B15D-8DE5-46285BEA256B}"/>
                  </a:ext>
                </a:extLst>
              </p:cNvPr>
              <p:cNvSpPr/>
              <p:nvPr userDrawn="1"/>
            </p:nvSpPr>
            <p:spPr>
              <a:xfrm rot="13500000" flipV="1">
                <a:off x="1512277" y="2840042"/>
                <a:ext cx="214196" cy="933178"/>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grpSp>
        <p:nvGrpSpPr>
          <p:cNvPr id="19" name="Group 18">
            <a:extLst>
              <a:ext uri="{FF2B5EF4-FFF2-40B4-BE49-F238E27FC236}">
                <a16:creationId xmlns:a16="http://schemas.microsoft.com/office/drawing/2014/main" id="{AEA0B78B-84F0-8B85-40E8-678689DC13E6}"/>
              </a:ext>
              <a:ext uri="{C183D7F6-B498-43B3-948B-1728B52AA6E4}">
                <adec:decorative xmlns:adec="http://schemas.microsoft.com/office/drawing/2017/decorative" val="1"/>
              </a:ext>
            </a:extLst>
          </p:cNvPr>
          <p:cNvGrpSpPr/>
          <p:nvPr userDrawn="1"/>
        </p:nvGrpSpPr>
        <p:grpSpPr>
          <a:xfrm>
            <a:off x="8723112" y="5088958"/>
            <a:ext cx="1335600" cy="1262947"/>
            <a:chOff x="10145015" y="2343978"/>
            <a:chExt cx="1335600" cy="1262947"/>
          </a:xfrm>
        </p:grpSpPr>
        <p:sp>
          <p:nvSpPr>
            <p:cNvPr id="20" name="Freeform: Shape 25">
              <a:extLst>
                <a:ext uri="{FF2B5EF4-FFF2-40B4-BE49-F238E27FC236}">
                  <a16:creationId xmlns:a16="http://schemas.microsoft.com/office/drawing/2014/main" id="{2E5D7C6F-BF77-9B7D-5B12-7AF3ED280B43}"/>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FA599EE6-2673-0AD8-EAE0-45C79326015E}"/>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50862" y="498474"/>
            <a:ext cx="7960421" cy="1450217"/>
          </a:xfrm>
        </p:spPr>
        <p:txBody>
          <a:bodyPr vert="horz" wrap="square" lIns="0" tIns="0" rIns="0" bIns="0" rtlCol="0" anchor="t" anchorCtr="0">
            <a:normAutofit/>
          </a:bodyPr>
          <a:lstStyle>
            <a:lvl1pPr>
              <a:defRPr lang="en-US" sz="40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81343" y="2103039"/>
            <a:ext cx="7929940" cy="3979625"/>
          </a:xfrm>
        </p:spPr>
        <p:txBody>
          <a:bodyPr>
            <a:normAutofit/>
          </a:bodyPr>
          <a:lstStyle>
            <a:lvl1pPr>
              <a:defRPr sz="1800">
                <a:solidFill>
                  <a:schemeClr val="tx1"/>
                </a:solidFill>
              </a:defRPr>
            </a:lvl1pPr>
            <a:lvl2pPr>
              <a:defRPr sz="1200">
                <a:solidFill>
                  <a:schemeClr val="tx1"/>
                </a:solidFill>
              </a:defRPr>
            </a:lvl2pPr>
            <a:lvl3pPr>
              <a:defRPr sz="1200">
                <a:solidFill>
                  <a:schemeClr val="tx1"/>
                </a:solidFill>
              </a:defRPr>
            </a:lvl3pPr>
            <a:lvl4pPr>
              <a:defRPr sz="1200">
                <a:solidFill>
                  <a:schemeClr val="tx1"/>
                </a:solidFill>
              </a:defRPr>
            </a:lvl4pPr>
            <a:lvl5pP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2876630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Two Content 1">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2" name="Title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508635"/>
            <a:ext cx="11090274" cy="1332000"/>
          </a:xfrm>
        </p:spPr>
        <p:txBody>
          <a:bodyPr>
            <a:normAutofit/>
          </a:bodyPr>
          <a:lstStyle>
            <a:lvl1pPr>
              <a:lnSpc>
                <a:spcPct val="100000"/>
              </a:lnSpc>
              <a:defRPr sz="4000"/>
            </a:lvl1pPr>
          </a:lstStyle>
          <a:p>
            <a:r>
              <a:rPr lang="en-US" dirty="0"/>
              <a:t>Click to add title</a:t>
            </a:r>
          </a:p>
        </p:txBody>
      </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Content Placeholder 2">
            <a:extLst>
              <a:ext uri="{FF2B5EF4-FFF2-40B4-BE49-F238E27FC236}">
                <a16:creationId xmlns:a16="http://schemas.microsoft.com/office/drawing/2014/main" id="{6B65629D-0977-C0EA-5E0B-C4822F43DAEE}"/>
              </a:ext>
            </a:extLst>
          </p:cNvPr>
          <p:cNvSpPr>
            <a:spLocks noGrp="1"/>
          </p:cNvSpPr>
          <p:nvPr>
            <p:ph sz="half" idx="13" hasCustomPrompt="1"/>
          </p:nvPr>
        </p:nvSpPr>
        <p:spPr>
          <a:xfrm>
            <a:off x="6205540" y="2097175"/>
            <a:ext cx="5435600" cy="3995650"/>
          </a:xfrm>
        </p:spPr>
        <p:txBody>
          <a:bodyPr>
            <a:normAutofit/>
          </a:bodyPr>
          <a:lstStyle>
            <a:lvl1pPr marL="0" indent="0">
              <a:spcBef>
                <a:spcPts val="1000"/>
              </a:spcBef>
              <a:buNone/>
              <a:defRPr sz="1800">
                <a:solidFill>
                  <a:schemeClr val="tx1"/>
                </a:solidFill>
              </a:defRPr>
            </a:lvl1pPr>
            <a:lvl2pPr marL="228600">
              <a:spcBef>
                <a:spcPts val="1000"/>
              </a:spcBef>
              <a:defRPr sz="1800">
                <a:solidFill>
                  <a:schemeClr val="tx1"/>
                </a:solidFill>
              </a:defRPr>
            </a:lvl2pPr>
            <a:lvl3pPr marL="411480" indent="-228600">
              <a:spcBef>
                <a:spcPts val="1000"/>
              </a:spcBef>
              <a:defRPr sz="1800">
                <a:solidFill>
                  <a:schemeClr val="tx1"/>
                </a:solidFill>
              </a:defRPr>
            </a:lvl3pPr>
            <a:lvl4pPr marL="594360">
              <a:spcBef>
                <a:spcPts val="1000"/>
              </a:spcBef>
              <a:defRPr sz="1800">
                <a:solidFill>
                  <a:schemeClr val="tx1"/>
                </a:solidFill>
              </a:defRPr>
            </a:lvl4pPr>
            <a:lvl5pPr marL="777240">
              <a:spcBef>
                <a:spcPts val="1000"/>
              </a:spcBef>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192998290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Content + pictur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40C44A-93E6-6C58-5E88-AFDC594EC27A}"/>
              </a:ext>
            </a:extLst>
          </p:cNvPr>
          <p:cNvSpPr>
            <a:spLocks noGrp="1"/>
          </p:cNvSpPr>
          <p:nvPr>
            <p:ph type="title" hasCustomPrompt="1"/>
          </p:nvPr>
        </p:nvSpPr>
        <p:spPr>
          <a:xfrm>
            <a:off x="600974" y="196900"/>
            <a:ext cx="4899628" cy="2331490"/>
          </a:xfrm>
        </p:spPr>
        <p:txBody>
          <a:bodyPr anchor="b" anchorCtr="0">
            <a:noAutofit/>
          </a:bodyPr>
          <a:lstStyle>
            <a:lvl1pPr algn="r">
              <a:defRPr sz="4000"/>
            </a:lvl1pPr>
          </a:lstStyle>
          <a:p>
            <a:r>
              <a:rPr lang="en-US" dirty="0"/>
              <a:t>Click to add title</a:t>
            </a:r>
          </a:p>
        </p:txBody>
      </p:sp>
      <p:sp>
        <p:nvSpPr>
          <p:cNvPr id="3" name="Content Placeholder 2">
            <a:extLst>
              <a:ext uri="{FF2B5EF4-FFF2-40B4-BE49-F238E27FC236}">
                <a16:creationId xmlns:a16="http://schemas.microsoft.com/office/drawing/2014/main" id="{0C813049-5F46-053E-6279-8183259649A6}"/>
              </a:ext>
            </a:extLst>
          </p:cNvPr>
          <p:cNvSpPr>
            <a:spLocks noGrp="1"/>
          </p:cNvSpPr>
          <p:nvPr>
            <p:ph sz="half" idx="1" hasCustomPrompt="1"/>
          </p:nvPr>
        </p:nvSpPr>
        <p:spPr>
          <a:xfrm>
            <a:off x="583162" y="2827209"/>
            <a:ext cx="4917440" cy="3442144"/>
          </a:xfrm>
        </p:spPr>
        <p:txBody>
          <a:bodyPr>
            <a:normAutofit/>
          </a:bodyPr>
          <a:lstStyle>
            <a:lvl1pPr marL="0" indent="0" algn="r">
              <a:buNone/>
              <a:defRPr sz="1800">
                <a:solidFill>
                  <a:schemeClr val="tx1"/>
                </a:solidFill>
              </a:defRPr>
            </a:lvl1pPr>
            <a:lvl2pPr algn="r">
              <a:defRPr sz="1200">
                <a:solidFill>
                  <a:schemeClr val="tx1"/>
                </a:solidFill>
              </a:defRPr>
            </a:lvl2pPr>
            <a:lvl3pPr algn="r">
              <a:defRPr sz="1200">
                <a:solidFill>
                  <a:schemeClr val="tx1"/>
                </a:solidFill>
              </a:defRPr>
            </a:lvl3pPr>
            <a:lvl4pPr algn="r">
              <a:defRPr sz="1200">
                <a:solidFill>
                  <a:schemeClr val="tx1"/>
                </a:solidFill>
              </a:defRPr>
            </a:lvl4pPr>
            <a:lvl5pPr algn="r">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Picture Placeholder 7">
            <a:extLst>
              <a:ext uri="{FF2B5EF4-FFF2-40B4-BE49-F238E27FC236}">
                <a16:creationId xmlns:a16="http://schemas.microsoft.com/office/drawing/2014/main" id="{BC013AD6-0EF3-2B25-DDBD-2DF706123AEE}"/>
              </a:ext>
            </a:extLst>
          </p:cNvPr>
          <p:cNvSpPr>
            <a:spLocks noGrp="1"/>
          </p:cNvSpPr>
          <p:nvPr>
            <p:ph type="pic" sz="quarter" idx="13"/>
          </p:nvPr>
        </p:nvSpPr>
        <p:spPr>
          <a:xfrm>
            <a:off x="6095588" y="0"/>
            <a:ext cx="6095998" cy="6858000"/>
          </a:xfrm>
        </p:spPr>
        <p:txBody>
          <a:bodyPr>
            <a:normAutofit/>
          </a:bodyPr>
          <a:lstStyle>
            <a:lvl1pPr marL="0" indent="0" algn="ctr">
              <a:buNone/>
              <a:defRPr sz="2000">
                <a:solidFill>
                  <a:schemeClr val="tx1"/>
                </a:solidFill>
              </a:defRPr>
            </a:lvl1pPr>
          </a:lstStyle>
          <a:p>
            <a:r>
              <a:rPr lang="en-US"/>
              <a:t>Click icon to add picture</a:t>
            </a:r>
            <a:endParaRPr lang="en-US" dirty="0"/>
          </a:p>
        </p:txBody>
      </p:sp>
      <p:grpSp>
        <p:nvGrpSpPr>
          <p:cNvPr id="4" name="Group 3">
            <a:extLst>
              <a:ext uri="{FF2B5EF4-FFF2-40B4-BE49-F238E27FC236}">
                <a16:creationId xmlns:a16="http://schemas.microsoft.com/office/drawing/2014/main" id="{A904CD02-7C7D-28DD-85A8-2FD92C29D32A}"/>
              </a:ext>
              <a:ext uri="{C183D7F6-B498-43B3-948B-1728B52AA6E4}">
                <adec:decorative xmlns:adec="http://schemas.microsoft.com/office/drawing/2017/decorative" val="1"/>
              </a:ext>
            </a:extLst>
          </p:cNvPr>
          <p:cNvGrpSpPr/>
          <p:nvPr userDrawn="1"/>
        </p:nvGrpSpPr>
        <p:grpSpPr>
          <a:xfrm>
            <a:off x="4803321" y="682622"/>
            <a:ext cx="734257" cy="760506"/>
            <a:chOff x="5243759" y="1363788"/>
            <a:chExt cx="734257" cy="760506"/>
          </a:xfrm>
        </p:grpSpPr>
        <p:sp>
          <p:nvSpPr>
            <p:cNvPr id="9" name="Freeform 5">
              <a:extLst>
                <a:ext uri="{FF2B5EF4-FFF2-40B4-BE49-F238E27FC236}">
                  <a16:creationId xmlns:a16="http://schemas.microsoft.com/office/drawing/2014/main" id="{FB7341D0-DC30-9661-B3E0-91DE7C379468}"/>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0" name="Freeform 6">
              <a:extLst>
                <a:ext uri="{FF2B5EF4-FFF2-40B4-BE49-F238E27FC236}">
                  <a16:creationId xmlns:a16="http://schemas.microsoft.com/office/drawing/2014/main" id="{92A118B5-9F91-EA1B-3F95-6BFA5095544C}"/>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Freeform 8">
              <a:extLst>
                <a:ext uri="{FF2B5EF4-FFF2-40B4-BE49-F238E27FC236}">
                  <a16:creationId xmlns:a16="http://schemas.microsoft.com/office/drawing/2014/main" id="{208891A5-91FA-D924-CB46-E74B50635001}"/>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Oval 14">
            <a:extLst>
              <a:ext uri="{FF2B5EF4-FFF2-40B4-BE49-F238E27FC236}">
                <a16:creationId xmlns:a16="http://schemas.microsoft.com/office/drawing/2014/main" id="{BE5F7483-2261-D4C4-30E3-2D379D8CA06D}"/>
              </a:ext>
              <a:ext uri="{C183D7F6-B498-43B3-948B-1728B52AA6E4}">
                <adec:decorative xmlns:adec="http://schemas.microsoft.com/office/drawing/2017/decorative" val="1"/>
              </a:ext>
            </a:extLst>
          </p:cNvPr>
          <p:cNvSpPr>
            <a:spLocks noChangeAspect="1"/>
          </p:cNvSpPr>
          <p:nvPr userDrawn="1"/>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3467473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userDrawn="1">
  <p:cSld name="1_Two Content">
    <p:spTree>
      <p:nvGrpSpPr>
        <p:cNvPr id="1" name=""/>
        <p:cNvGrpSpPr/>
        <p:nvPr/>
      </p:nvGrpSpPr>
      <p:grpSpPr>
        <a:xfrm>
          <a:off x="0" y="0"/>
          <a:ext cx="0" cy="0"/>
          <a:chOff x="0" y="0"/>
          <a:chExt cx="0" cy="0"/>
        </a:xfrm>
      </p:grpSpPr>
      <p:sp>
        <p:nvSpPr>
          <p:cNvPr id="22" name="Oval 21">
            <a:extLst>
              <a:ext uri="{FF2B5EF4-FFF2-40B4-BE49-F238E27FC236}">
                <a16:creationId xmlns:a16="http://schemas.microsoft.com/office/drawing/2014/main" id="{94729CA3-91C4-4A89-9448-A2F0E409177A}"/>
              </a:ext>
              <a:ext uri="{C183D7F6-B498-43B3-948B-1728B52AA6E4}">
                <adec:decorative xmlns:adec="http://schemas.microsoft.com/office/drawing/2017/decorative" val="1"/>
              </a:ext>
            </a:extLst>
          </p:cNvPr>
          <p:cNvSpPr>
            <a:spLocks noChangeAspect="1"/>
          </p:cNvSpPr>
          <p:nvPr/>
        </p:nvSpPr>
        <p:spPr>
          <a:xfrm>
            <a:off x="11069864" y="333375"/>
            <a:ext cx="360000" cy="360000"/>
          </a:xfrm>
          <a:prstGeom prst="ellipse">
            <a:avLst/>
          </a:pr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8978E540-142B-4A82-9C3F-E61BC190AEED}"/>
              </a:ext>
            </a:extLst>
          </p:cNvPr>
          <p:cNvSpPr>
            <a:spLocks noGrp="1"/>
          </p:cNvSpPr>
          <p:nvPr>
            <p:ph type="title" hasCustomPrompt="1"/>
          </p:nvPr>
        </p:nvSpPr>
        <p:spPr>
          <a:xfrm>
            <a:off x="550863" y="488315"/>
            <a:ext cx="11090274" cy="1332000"/>
          </a:xfrm>
        </p:spPr>
        <p:txBody>
          <a:bodyPr>
            <a:normAutofit/>
          </a:bodyPr>
          <a:lstStyle>
            <a:lvl1pPr>
              <a:lnSpc>
                <a:spcPct val="100000"/>
              </a:lnSpc>
              <a:defRPr sz="4000"/>
            </a:lvl1pPr>
          </a:lstStyle>
          <a:p>
            <a:r>
              <a:rPr lang="en-US" dirty="0"/>
              <a:t>Click to add title</a:t>
            </a:r>
          </a:p>
        </p:txBody>
      </p:sp>
      <p:grpSp>
        <p:nvGrpSpPr>
          <p:cNvPr id="11" name="Group 10">
            <a:extLst>
              <a:ext uri="{FF2B5EF4-FFF2-40B4-BE49-F238E27FC236}">
                <a16:creationId xmlns:a16="http://schemas.microsoft.com/office/drawing/2014/main" id="{6EFC6ED4-22DD-0C3B-D15A-218307AB6DF2}"/>
              </a:ext>
              <a:ext uri="{C183D7F6-B498-43B3-948B-1728B52AA6E4}">
                <adec:decorative xmlns:adec="http://schemas.microsoft.com/office/drawing/2017/decorative" val="1"/>
              </a:ext>
            </a:extLst>
          </p:cNvPr>
          <p:cNvGrpSpPr/>
          <p:nvPr userDrawn="1"/>
        </p:nvGrpSpPr>
        <p:grpSpPr>
          <a:xfrm>
            <a:off x="10379261" y="2030035"/>
            <a:ext cx="1335600" cy="1262947"/>
            <a:chOff x="10145015" y="2343978"/>
            <a:chExt cx="1335600" cy="1262947"/>
          </a:xfrm>
        </p:grpSpPr>
        <p:sp>
          <p:nvSpPr>
            <p:cNvPr id="12" name="Freeform: Shape 25">
              <a:extLst>
                <a:ext uri="{FF2B5EF4-FFF2-40B4-BE49-F238E27FC236}">
                  <a16:creationId xmlns:a16="http://schemas.microsoft.com/office/drawing/2014/main" id="{E4CD0F67-4BE8-1120-FCAE-806F9E18DD58}"/>
                </a:ext>
              </a:extLst>
            </p:cNvPr>
            <p:cNvSpPr>
              <a:spLocks noChangeAspect="1"/>
            </p:cNvSpPr>
            <p:nvPr/>
          </p:nvSpPr>
          <p:spPr>
            <a:xfrm rot="8100000">
              <a:off x="10400615" y="2343978"/>
              <a:ext cx="1080000" cy="1262947"/>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254000" dist="101600" dir="7320000">
                <a:schemeClr val="accent1">
                  <a:lumMod val="60000"/>
                  <a:lumOff val="40000"/>
                  <a:alpha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4" name="Oval 13">
              <a:extLst>
                <a:ext uri="{FF2B5EF4-FFF2-40B4-BE49-F238E27FC236}">
                  <a16:creationId xmlns:a16="http://schemas.microsoft.com/office/drawing/2014/main" id="{59B74B85-E3CB-E24E-54C6-AB161411D93A}"/>
                </a:ext>
              </a:extLst>
            </p:cNvPr>
            <p:cNvSpPr/>
            <p:nvPr/>
          </p:nvSpPr>
          <p:spPr>
            <a:xfrm rot="13500000">
              <a:off x="10415015" y="2179851"/>
              <a:ext cx="540000" cy="1080000"/>
            </a:xfrm>
            <a:prstGeom prst="ellipse">
              <a:avLst/>
            </a:prstGeom>
            <a:gradFill>
              <a:gsLst>
                <a:gs pos="100000">
                  <a:schemeClr val="accent1">
                    <a:lumMod val="60000"/>
                    <a:lumOff val="40000"/>
                    <a:alpha val="0"/>
                  </a:schemeClr>
                </a:gs>
                <a:gs pos="0">
                  <a:schemeClr val="bg2">
                    <a:lumMod val="75000"/>
                    <a:lumOff val="25000"/>
                    <a:alpha val="33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15" name="Freeform: Shape 21">
            <a:extLst>
              <a:ext uri="{FF2B5EF4-FFF2-40B4-BE49-F238E27FC236}">
                <a16:creationId xmlns:a16="http://schemas.microsoft.com/office/drawing/2014/main" id="{5781DEED-6608-D622-CA5E-C91FD8645ED6}"/>
              </a:ext>
              <a:ext uri="{C183D7F6-B498-43B3-948B-1728B52AA6E4}">
                <adec:decorative xmlns:adec="http://schemas.microsoft.com/office/drawing/2017/decorative" val="1"/>
              </a:ext>
            </a:extLst>
          </p:cNvPr>
          <p:cNvSpPr>
            <a:spLocks noChangeAspect="1"/>
          </p:cNvSpPr>
          <p:nvPr userDrawn="1"/>
        </p:nvSpPr>
        <p:spPr>
          <a:xfrm>
            <a:off x="4295775" y="0"/>
            <a:ext cx="360000" cy="274638"/>
          </a:xfrm>
          <a:custGeom>
            <a:avLst/>
            <a:gdLst>
              <a:gd name="connsiteX0" fmla="*/ 30714 w 360000"/>
              <a:gd name="connsiteY0" fmla="*/ 0 h 274638"/>
              <a:gd name="connsiteX1" fmla="*/ 329286 w 360000"/>
              <a:gd name="connsiteY1" fmla="*/ 0 h 274638"/>
              <a:gd name="connsiteX2" fmla="*/ 345855 w 360000"/>
              <a:gd name="connsiteY2" fmla="*/ 24574 h 274638"/>
              <a:gd name="connsiteX3" fmla="*/ 360000 w 360000"/>
              <a:gd name="connsiteY3" fmla="*/ 94638 h 274638"/>
              <a:gd name="connsiteX4" fmla="*/ 180000 w 360000"/>
              <a:gd name="connsiteY4" fmla="*/ 274638 h 274638"/>
              <a:gd name="connsiteX5" fmla="*/ 0 w 360000"/>
              <a:gd name="connsiteY5" fmla="*/ 94638 h 274638"/>
              <a:gd name="connsiteX6" fmla="*/ 14145 w 360000"/>
              <a:gd name="connsiteY6" fmla="*/ 24574 h 2746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60000" h="274638">
                <a:moveTo>
                  <a:pt x="30714" y="0"/>
                </a:moveTo>
                <a:lnTo>
                  <a:pt x="329286" y="0"/>
                </a:lnTo>
                <a:lnTo>
                  <a:pt x="345855" y="24574"/>
                </a:lnTo>
                <a:cubicBezTo>
                  <a:pt x="354963" y="46109"/>
                  <a:pt x="360000" y="69785"/>
                  <a:pt x="360000" y="94638"/>
                </a:cubicBezTo>
                <a:cubicBezTo>
                  <a:pt x="360000" y="194049"/>
                  <a:pt x="279411" y="274638"/>
                  <a:pt x="180000" y="274638"/>
                </a:cubicBezTo>
                <a:cubicBezTo>
                  <a:pt x="80589" y="274638"/>
                  <a:pt x="0" y="194049"/>
                  <a:pt x="0" y="94638"/>
                </a:cubicBezTo>
                <a:cubicBezTo>
                  <a:pt x="0" y="69785"/>
                  <a:pt x="5037" y="46109"/>
                  <a:pt x="14145" y="24574"/>
                </a:cubicBezTo>
                <a:close/>
              </a:path>
            </a:pathLst>
          </a:custGeom>
          <a:gradFill flip="none" rotWithShape="1">
            <a:gsLst>
              <a:gs pos="100000">
                <a:schemeClr val="bg2">
                  <a:lumMod val="50000"/>
                  <a:lumOff val="50000"/>
                </a:schemeClr>
              </a:gs>
              <a:gs pos="60000">
                <a:schemeClr val="bg2"/>
              </a:gs>
            </a:gsLst>
            <a:path path="circle">
              <a:fillToRect l="100000" b="100000"/>
            </a:path>
            <a:tileRect t="-100000" r="-100000"/>
          </a:gradFill>
          <a:ln>
            <a:noFill/>
          </a:ln>
          <a:effectLst>
            <a:innerShdw blurRad="127000" dist="63500" dir="2700000">
              <a:schemeClr val="accent1">
                <a:lumMod val="60000"/>
                <a:lumOff val="40000"/>
                <a:alpha val="2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nvGrpSpPr>
          <p:cNvPr id="13" name="Group 12">
            <a:extLst>
              <a:ext uri="{FF2B5EF4-FFF2-40B4-BE49-F238E27FC236}">
                <a16:creationId xmlns:a16="http://schemas.microsoft.com/office/drawing/2014/main" id="{168347B7-45FA-4A01-924D-DC385B720B3E}"/>
              </a:ext>
              <a:ext uri="{C183D7F6-B498-43B3-948B-1728B52AA6E4}">
                <adec:decorative xmlns:adec="http://schemas.microsoft.com/office/drawing/2017/decorative" val="1"/>
              </a:ext>
            </a:extLst>
          </p:cNvPr>
          <p:cNvGrpSpPr/>
          <p:nvPr/>
        </p:nvGrpSpPr>
        <p:grpSpPr>
          <a:xfrm>
            <a:off x="331786" y="5528198"/>
            <a:ext cx="631474" cy="667800"/>
            <a:chOff x="2994153" y="1378666"/>
            <a:chExt cx="631474" cy="667800"/>
          </a:xfrm>
        </p:grpSpPr>
        <p:sp>
          <p:nvSpPr>
            <p:cNvPr id="20" name="Freeform: Shape 19">
              <a:extLst>
                <a:ext uri="{FF2B5EF4-FFF2-40B4-BE49-F238E27FC236}">
                  <a16:creationId xmlns:a16="http://schemas.microsoft.com/office/drawing/2014/main" id="{31167DA1-25D1-4E60-A62E-42B6F56A96EC}"/>
                </a:ext>
              </a:extLst>
            </p:cNvPr>
            <p:cNvSpPr>
              <a:spLocks noChangeAspect="1"/>
            </p:cNvSpPr>
            <p:nvPr/>
          </p:nvSpPr>
          <p:spPr>
            <a:xfrm rot="2700000">
              <a:off x="3039890" y="1332929"/>
              <a:ext cx="540000"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75000"/>
                    <a:lumOff val="25000"/>
                  </a:schemeClr>
                </a:gs>
                <a:gs pos="100000">
                  <a:schemeClr val="bg2"/>
                </a:gs>
              </a:gsLst>
              <a:lin ang="600000" scaled="0"/>
            </a:gradFill>
            <a:ln>
              <a:noFill/>
            </a:ln>
            <a:effectLst>
              <a:innerShdw blurRad="254000" dist="101600" dir="270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1" name="Oval 20">
              <a:extLst>
                <a:ext uri="{FF2B5EF4-FFF2-40B4-BE49-F238E27FC236}">
                  <a16:creationId xmlns:a16="http://schemas.microsoft.com/office/drawing/2014/main" id="{6B7B7215-A661-477E-91D0-CDBE5564D2B9}"/>
                </a:ext>
              </a:extLst>
            </p:cNvPr>
            <p:cNvSpPr/>
            <p:nvPr/>
          </p:nvSpPr>
          <p:spPr>
            <a:xfrm rot="8100000">
              <a:off x="3047090" y="1506466"/>
              <a:ext cx="270000" cy="540000"/>
            </a:xfrm>
            <a:prstGeom prst="ellipse">
              <a:avLst/>
            </a:prstGeom>
            <a:gradFill>
              <a:gsLst>
                <a:gs pos="100000">
                  <a:schemeClr val="bg2">
                    <a:lumMod val="90000"/>
                    <a:lumOff val="10000"/>
                  </a:schemeClr>
                </a:gs>
                <a:gs pos="50000">
                  <a:schemeClr val="bg2">
                    <a:lumMod val="95000"/>
                    <a:lumOff val="5000"/>
                  </a:schemeClr>
                </a:gs>
              </a:gsLst>
              <a:lin ang="5400000" scaled="0"/>
            </a:gra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3" name="Content Placeholder 2">
            <a:extLst>
              <a:ext uri="{FF2B5EF4-FFF2-40B4-BE49-F238E27FC236}">
                <a16:creationId xmlns:a16="http://schemas.microsoft.com/office/drawing/2014/main" id="{02C6BF36-D4F5-4363-B440-BDAE50BBD4B6}"/>
              </a:ext>
            </a:extLst>
          </p:cNvPr>
          <p:cNvSpPr>
            <a:spLocks noGrp="1"/>
          </p:cNvSpPr>
          <p:nvPr>
            <p:ph sz="half" idx="1" hasCustomPrompt="1"/>
          </p:nvPr>
        </p:nvSpPr>
        <p:spPr>
          <a:xfrm>
            <a:off x="550862" y="1965095"/>
            <a:ext cx="5435600" cy="3995650"/>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Content Placeholder 2">
            <a:extLst>
              <a:ext uri="{FF2B5EF4-FFF2-40B4-BE49-F238E27FC236}">
                <a16:creationId xmlns:a16="http://schemas.microsoft.com/office/drawing/2014/main" id="{C4B946DE-F802-2F36-2789-09D7F8604081}"/>
              </a:ext>
            </a:extLst>
          </p:cNvPr>
          <p:cNvSpPr>
            <a:spLocks noGrp="1"/>
          </p:cNvSpPr>
          <p:nvPr>
            <p:ph sz="half" idx="13" hasCustomPrompt="1"/>
          </p:nvPr>
        </p:nvSpPr>
        <p:spPr>
          <a:xfrm>
            <a:off x="6301305" y="1965095"/>
            <a:ext cx="5339397" cy="3995650"/>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BB99A8AF-0998-4613-B1D8-C14ECBFFDF67}"/>
              </a:ext>
            </a:extLst>
          </p:cNvPr>
          <p:cNvSpPr>
            <a:spLocks noGrp="1"/>
          </p:cNvSpPr>
          <p:nvPr>
            <p:ph type="dt" sz="half" idx="10"/>
          </p:nvPr>
        </p:nvSpPr>
        <p:spPr/>
        <p:txBody>
          <a:bodyPr/>
          <a:lstStyle/>
          <a:p>
            <a:r>
              <a:rPr lang="en-US"/>
              <a:t>20XX</a:t>
            </a:r>
            <a:endParaRPr lang="en-US" dirty="0"/>
          </a:p>
        </p:txBody>
      </p:sp>
      <p:sp>
        <p:nvSpPr>
          <p:cNvPr id="6" name="Footer Placeholder 5">
            <a:extLst>
              <a:ext uri="{FF2B5EF4-FFF2-40B4-BE49-F238E27FC236}">
                <a16:creationId xmlns:a16="http://schemas.microsoft.com/office/drawing/2014/main" id="{66E44EAA-B8A9-4428-A9DF-1174DA940990}"/>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19E5C381-C899-4BF9-B584-2D78074D1CB2}"/>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294965960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userDrawn="1">
  <p:cSld name="Tab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57BD59-35CC-9BB3-8621-6FA3356F81AA}"/>
              </a:ext>
            </a:extLst>
          </p:cNvPr>
          <p:cNvSpPr>
            <a:spLocks noGrp="1"/>
          </p:cNvSpPr>
          <p:nvPr>
            <p:ph type="title" hasCustomPrompt="1"/>
          </p:nvPr>
        </p:nvSpPr>
        <p:spPr>
          <a:xfrm>
            <a:off x="550863" y="560961"/>
            <a:ext cx="11090275" cy="1186560"/>
          </a:xfrm>
        </p:spPr>
        <p:txBody>
          <a:bodyPr anchor="t" anchorCtr="0">
            <a:noAutofit/>
          </a:bodyPr>
          <a:lstStyle>
            <a:lvl1pPr>
              <a:defRPr sz="4000"/>
            </a:lvl1pPr>
          </a:lstStyle>
          <a:p>
            <a:r>
              <a:rPr lang="en-US" dirty="0"/>
              <a:t>Click to add title</a:t>
            </a:r>
          </a:p>
        </p:txBody>
      </p:sp>
      <p:sp>
        <p:nvSpPr>
          <p:cNvPr id="4" name="Date Placeholder 3">
            <a:extLst>
              <a:ext uri="{FF2B5EF4-FFF2-40B4-BE49-F238E27FC236}">
                <a16:creationId xmlns:a16="http://schemas.microsoft.com/office/drawing/2014/main" id="{8C56EB0F-63C8-5F75-A333-3413A9DC6F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D4DE333-25B4-E092-1CC4-C3D20BA25168}"/>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F1AF200-E81F-A326-0EDB-4B93C71D9BF4}"/>
              </a:ext>
            </a:extLst>
          </p:cNvPr>
          <p:cNvSpPr>
            <a:spLocks noGrp="1"/>
          </p:cNvSpPr>
          <p:nvPr>
            <p:ph type="sldNum" sz="quarter" idx="12"/>
          </p:nvPr>
        </p:nvSpPr>
        <p:spPr/>
        <p:txBody>
          <a:bodyPr/>
          <a:lstStyle/>
          <a:p>
            <a:fld id="{CBD12358-51D2-46B3-9BDE-DF29528B9454}" type="slidenum">
              <a:rPr lang="en-US" smtClean="0"/>
              <a:t>‹#›</a:t>
            </a:fld>
            <a:endParaRPr lang="en-US" dirty="0"/>
          </a:p>
        </p:txBody>
      </p:sp>
      <p:sp>
        <p:nvSpPr>
          <p:cNvPr id="3" name="Content Placeholder 2">
            <a:extLst>
              <a:ext uri="{FF2B5EF4-FFF2-40B4-BE49-F238E27FC236}">
                <a16:creationId xmlns:a16="http://schemas.microsoft.com/office/drawing/2014/main" id="{2AC28186-3489-427F-79D0-B78444023624}"/>
              </a:ext>
            </a:extLst>
          </p:cNvPr>
          <p:cNvSpPr>
            <a:spLocks noGrp="1"/>
          </p:cNvSpPr>
          <p:nvPr>
            <p:ph sz="half" idx="1" hasCustomPrompt="1"/>
          </p:nvPr>
        </p:nvSpPr>
        <p:spPr>
          <a:xfrm>
            <a:off x="550861" y="1917064"/>
            <a:ext cx="11090275" cy="4297679"/>
          </a:xfrm>
        </p:spPr>
        <p:txBody>
          <a:bodyPr>
            <a:normAutofit/>
          </a:bodyPr>
          <a:lstStyle>
            <a:lvl1pPr marL="0" indent="0">
              <a:buNone/>
              <a:defRPr sz="1800">
                <a:solidFill>
                  <a:schemeClr val="tx1"/>
                </a:solidFill>
              </a:defRPr>
            </a:lvl1pPr>
            <a:lvl2pPr>
              <a:defRPr sz="1800">
                <a:solidFill>
                  <a:schemeClr val="tx1"/>
                </a:solidFill>
              </a:defRPr>
            </a:lvl2pPr>
            <a:lvl3pPr>
              <a:defRPr sz="1800">
                <a:solidFill>
                  <a:schemeClr val="tx1"/>
                </a:solidFill>
              </a:defRPr>
            </a:lvl3pPr>
            <a:lvl4pPr>
              <a:defRPr sz="1800">
                <a:solidFill>
                  <a:schemeClr val="tx1"/>
                </a:solidFill>
              </a:defRPr>
            </a:lvl4pPr>
            <a:lvl5pPr>
              <a:defRPr sz="18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176689082"/>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userDrawn="1">
  <p:cSld name="Closing">
    <p:spTree>
      <p:nvGrpSpPr>
        <p:cNvPr id="1" name=""/>
        <p:cNvGrpSpPr/>
        <p:nvPr/>
      </p:nvGrpSpPr>
      <p:grpSpPr>
        <a:xfrm>
          <a:off x="0" y="0"/>
          <a:ext cx="0" cy="0"/>
          <a:chOff x="0" y="0"/>
          <a:chExt cx="0" cy="0"/>
        </a:xfrm>
      </p:grpSpPr>
      <p:sp>
        <p:nvSpPr>
          <p:cNvPr id="7" name="Oval 6">
            <a:extLst>
              <a:ext uri="{FF2B5EF4-FFF2-40B4-BE49-F238E27FC236}">
                <a16:creationId xmlns:a16="http://schemas.microsoft.com/office/drawing/2014/main" id="{E57989ED-9663-5033-AA83-267069FC5CEE}"/>
              </a:ext>
              <a:ext uri="{C183D7F6-B498-43B3-948B-1728B52AA6E4}">
                <adec:decorative xmlns:adec="http://schemas.microsoft.com/office/drawing/2017/decorative" val="1"/>
              </a:ext>
            </a:extLst>
          </p:cNvPr>
          <p:cNvSpPr>
            <a:spLocks noChangeAspect="1"/>
          </p:cNvSpPr>
          <p:nvPr userDrawn="1"/>
        </p:nvSpPr>
        <p:spPr>
          <a:xfrm>
            <a:off x="5303845" y="5427212"/>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a:extLst>
              <a:ext uri="{FF2B5EF4-FFF2-40B4-BE49-F238E27FC236}">
                <a16:creationId xmlns:a16="http://schemas.microsoft.com/office/drawing/2014/main" id="{B1A4B040-51E3-4DA0-B21D-EEE173E7536F}"/>
              </a:ext>
            </a:extLst>
          </p:cNvPr>
          <p:cNvSpPr>
            <a:spLocks noGrp="1"/>
          </p:cNvSpPr>
          <p:nvPr>
            <p:ph type="title" hasCustomPrompt="1"/>
          </p:nvPr>
        </p:nvSpPr>
        <p:spPr>
          <a:xfrm>
            <a:off x="549536" y="549274"/>
            <a:ext cx="5179330" cy="2841829"/>
          </a:xfrm>
        </p:spPr>
        <p:txBody>
          <a:bodyPr vert="horz" wrap="square" lIns="0" tIns="0" rIns="0" bIns="0" rtlCol="0" anchor="b" anchorCtr="0">
            <a:normAutofit/>
          </a:bodyPr>
          <a:lstStyle>
            <a:lvl1pPr>
              <a:defRPr lang="en-US" sz="5400" dirty="0"/>
            </a:lvl1pPr>
          </a:lstStyle>
          <a:p>
            <a:pPr lvl="0">
              <a:lnSpc>
                <a:spcPct val="100000"/>
              </a:lnSpc>
            </a:pPr>
            <a:r>
              <a:rPr lang="en-US" dirty="0"/>
              <a:t>Click to add title</a:t>
            </a:r>
          </a:p>
        </p:txBody>
      </p:sp>
      <p:sp>
        <p:nvSpPr>
          <p:cNvPr id="3" name="Content Placeholder 2">
            <a:extLst>
              <a:ext uri="{FF2B5EF4-FFF2-40B4-BE49-F238E27FC236}">
                <a16:creationId xmlns:a16="http://schemas.microsoft.com/office/drawing/2014/main" id="{F8A2CD90-429B-4A55-B6C8-DD6CE6994118}"/>
              </a:ext>
            </a:extLst>
          </p:cNvPr>
          <p:cNvSpPr>
            <a:spLocks noGrp="1"/>
          </p:cNvSpPr>
          <p:nvPr>
            <p:ph idx="1" hasCustomPrompt="1"/>
          </p:nvPr>
        </p:nvSpPr>
        <p:spPr>
          <a:xfrm>
            <a:off x="549537" y="3646704"/>
            <a:ext cx="5179330" cy="2706160"/>
          </a:xfrm>
        </p:spPr>
        <p:txBody>
          <a:bodyPr>
            <a:normAutofit/>
          </a:bodyPr>
          <a:lstStyle>
            <a:lvl1pPr marL="0" indent="0">
              <a:spcBef>
                <a:spcPts val="1000"/>
              </a:spcBef>
              <a:buNone/>
              <a:defRPr sz="1800">
                <a:solidFill>
                  <a:schemeClr val="tx1"/>
                </a:solidFill>
              </a:defRPr>
            </a:lvl1pPr>
            <a:lvl2pPr marL="457200" indent="0">
              <a:spcBef>
                <a:spcPts val="1000"/>
              </a:spcBef>
              <a:buNone/>
              <a:defRPr sz="1200">
                <a:solidFill>
                  <a:schemeClr val="tx1"/>
                </a:solidFill>
              </a:defRPr>
            </a:lvl2pPr>
            <a:lvl3pPr marL="914400" indent="0">
              <a:spcBef>
                <a:spcPts val="1000"/>
              </a:spcBef>
              <a:buNone/>
              <a:defRPr sz="1200">
                <a:solidFill>
                  <a:schemeClr val="tx1"/>
                </a:solidFill>
              </a:defRPr>
            </a:lvl3pPr>
            <a:lvl4pPr marL="1371600" indent="0">
              <a:spcBef>
                <a:spcPts val="1000"/>
              </a:spcBef>
              <a:buNone/>
              <a:defRPr sz="1200">
                <a:solidFill>
                  <a:schemeClr val="tx1"/>
                </a:solidFill>
              </a:defRPr>
            </a:lvl4pPr>
            <a:lvl5pPr marL="1828800" indent="0">
              <a:spcBef>
                <a:spcPts val="1000"/>
              </a:spcBef>
              <a:buNone/>
              <a:defRPr sz="1200">
                <a:solidFill>
                  <a:schemeClr val="tx1"/>
                </a:solidFill>
              </a:defRPr>
            </a:lvl5pPr>
          </a:lstStyle>
          <a:p>
            <a:pPr lvl="0"/>
            <a:r>
              <a:rPr lang="en-US" dirty="0"/>
              <a:t>Click to add content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0" name="Picture Placeholder 19">
            <a:extLst>
              <a:ext uri="{FF2B5EF4-FFF2-40B4-BE49-F238E27FC236}">
                <a16:creationId xmlns:a16="http://schemas.microsoft.com/office/drawing/2014/main" id="{5392876F-0BBD-F80A-DE7F-8831AD3BF353}"/>
              </a:ext>
            </a:extLst>
          </p:cNvPr>
          <p:cNvSpPr>
            <a:spLocks noGrp="1"/>
          </p:cNvSpPr>
          <p:nvPr>
            <p:ph type="pic" sz="quarter" idx="13" hasCustomPrompt="1"/>
          </p:nvPr>
        </p:nvSpPr>
        <p:spPr>
          <a:xfrm>
            <a:off x="5926138" y="549275"/>
            <a:ext cx="5654675" cy="5788025"/>
          </a:xfrm>
        </p:spPr>
        <p:txBody>
          <a:bodyPr>
            <a:normAutofit/>
          </a:bodyPr>
          <a:lstStyle>
            <a:lvl1pPr marL="0" indent="0" algn="ctr">
              <a:buNone/>
              <a:defRPr sz="2000">
                <a:solidFill>
                  <a:schemeClr val="tx1"/>
                </a:solidFill>
              </a:defRPr>
            </a:lvl1pPr>
          </a:lstStyle>
          <a:p>
            <a:r>
              <a:rPr lang="en-US" dirty="0"/>
              <a:t>Click icon to insert picture</a:t>
            </a:r>
          </a:p>
        </p:txBody>
      </p:sp>
      <p:grpSp>
        <p:nvGrpSpPr>
          <p:cNvPr id="9" name="Group 8">
            <a:extLst>
              <a:ext uri="{FF2B5EF4-FFF2-40B4-BE49-F238E27FC236}">
                <a16:creationId xmlns:a16="http://schemas.microsoft.com/office/drawing/2014/main" id="{64E08E8E-10CB-55BC-8AFF-E64C800B9F89}"/>
              </a:ext>
              <a:ext uri="{C183D7F6-B498-43B3-948B-1728B52AA6E4}">
                <adec:decorative xmlns:adec="http://schemas.microsoft.com/office/drawing/2017/decorative" val="1"/>
              </a:ext>
            </a:extLst>
          </p:cNvPr>
          <p:cNvGrpSpPr/>
          <p:nvPr userDrawn="1"/>
        </p:nvGrpSpPr>
        <p:grpSpPr>
          <a:xfrm>
            <a:off x="594036" y="5610392"/>
            <a:ext cx="667802" cy="631474"/>
            <a:chOff x="10478914" y="1506691"/>
            <a:chExt cx="667802" cy="631474"/>
          </a:xfrm>
        </p:grpSpPr>
        <p:sp>
          <p:nvSpPr>
            <p:cNvPr id="10" name="Freeform: Shape 15">
              <a:extLst>
                <a:ext uri="{FF2B5EF4-FFF2-40B4-BE49-F238E27FC236}">
                  <a16:creationId xmlns:a16="http://schemas.microsoft.com/office/drawing/2014/main" id="{B439260B-AC6B-1C83-1A63-058A7E7EFCC9}"/>
                </a:ext>
              </a:extLst>
            </p:cNvPr>
            <p:cNvSpPr>
              <a:spLocks noChangeAspect="1"/>
            </p:cNvSpPr>
            <p:nvPr/>
          </p:nvSpPr>
          <p:spPr>
            <a:xfrm rot="8100000">
              <a:off x="10606715" y="1506691"/>
              <a:ext cx="540001" cy="631474"/>
            </a:xfrm>
            <a:custGeom>
              <a:avLst/>
              <a:gdLst>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0 w 1080000"/>
                <a:gd name="connsiteY9" fmla="*/ 931034 h 1262947"/>
                <a:gd name="connsiteX0" fmla="*/ 540000 w 1080000"/>
                <a:gd name="connsiteY0" fmla="*/ 0 h 1262947"/>
                <a:gd name="connsiteX1" fmla="*/ 1080000 w 1080000"/>
                <a:gd name="connsiteY1" fmla="*/ 931034 h 1262947"/>
                <a:gd name="connsiteX2" fmla="*/ 1064374 w 1080000"/>
                <a:gd name="connsiteY2" fmla="*/ 931034 h 1262947"/>
                <a:gd name="connsiteX3" fmla="*/ 1069029 w 1080000"/>
                <a:gd name="connsiteY3" fmla="*/ 938533 h 1262947"/>
                <a:gd name="connsiteX4" fmla="*/ 1080000 w 1080000"/>
                <a:gd name="connsiteY4" fmla="*/ 992947 h 1262947"/>
                <a:gd name="connsiteX5" fmla="*/ 540000 w 1080000"/>
                <a:gd name="connsiteY5" fmla="*/ 1262947 h 1262947"/>
                <a:gd name="connsiteX6" fmla="*/ 0 w 1080000"/>
                <a:gd name="connsiteY6" fmla="*/ 992947 h 1262947"/>
                <a:gd name="connsiteX7" fmla="*/ 10971 w 1080000"/>
                <a:gd name="connsiteY7" fmla="*/ 938533 h 1262947"/>
                <a:gd name="connsiteX8" fmla="*/ 15626 w 1080000"/>
                <a:gd name="connsiteY8" fmla="*/ 931034 h 1262947"/>
                <a:gd name="connsiteX9" fmla="*/ 540000 w 1080000"/>
                <a:gd name="connsiteY9" fmla="*/ 0 h 1262947"/>
                <a:gd name="connsiteX0" fmla="*/ 540000 w 1080000"/>
                <a:gd name="connsiteY0" fmla="*/ 0 h 1262947"/>
                <a:gd name="connsiteX1" fmla="*/ 1064374 w 1080000"/>
                <a:gd name="connsiteY1" fmla="*/ 931034 h 1262947"/>
                <a:gd name="connsiteX2" fmla="*/ 1069029 w 1080000"/>
                <a:gd name="connsiteY2" fmla="*/ 938533 h 1262947"/>
                <a:gd name="connsiteX3" fmla="*/ 1080000 w 1080000"/>
                <a:gd name="connsiteY3" fmla="*/ 992947 h 1262947"/>
                <a:gd name="connsiteX4" fmla="*/ 540000 w 1080000"/>
                <a:gd name="connsiteY4" fmla="*/ 1262947 h 1262947"/>
                <a:gd name="connsiteX5" fmla="*/ 0 w 1080000"/>
                <a:gd name="connsiteY5" fmla="*/ 992947 h 1262947"/>
                <a:gd name="connsiteX6" fmla="*/ 10971 w 1080000"/>
                <a:gd name="connsiteY6" fmla="*/ 938533 h 1262947"/>
                <a:gd name="connsiteX7" fmla="*/ 15626 w 1080000"/>
                <a:gd name="connsiteY7" fmla="*/ 931034 h 1262947"/>
                <a:gd name="connsiteX8" fmla="*/ 540000 w 1080000"/>
                <a:gd name="connsiteY8" fmla="*/ 0 h 12629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80000" h="1262947">
                  <a:moveTo>
                    <a:pt x="540000" y="0"/>
                  </a:moveTo>
                  <a:lnTo>
                    <a:pt x="1064374" y="931034"/>
                  </a:lnTo>
                  <a:lnTo>
                    <a:pt x="1069029" y="938533"/>
                  </a:lnTo>
                  <a:cubicBezTo>
                    <a:pt x="1076223" y="956109"/>
                    <a:pt x="1080000" y="974307"/>
                    <a:pt x="1080000" y="992947"/>
                  </a:cubicBezTo>
                  <a:cubicBezTo>
                    <a:pt x="1080000" y="1142064"/>
                    <a:pt x="838234" y="1262947"/>
                    <a:pt x="540000" y="1262947"/>
                  </a:cubicBezTo>
                  <a:cubicBezTo>
                    <a:pt x="241766" y="1262947"/>
                    <a:pt x="0" y="1142064"/>
                    <a:pt x="0" y="992947"/>
                  </a:cubicBezTo>
                  <a:cubicBezTo>
                    <a:pt x="0" y="974307"/>
                    <a:pt x="3778" y="956109"/>
                    <a:pt x="10971" y="938533"/>
                  </a:cubicBezTo>
                  <a:lnTo>
                    <a:pt x="15626" y="931034"/>
                  </a:lnTo>
                  <a:lnTo>
                    <a:pt x="540000" y="0"/>
                  </a:lnTo>
                  <a:close/>
                </a:path>
              </a:pathLst>
            </a:custGeom>
            <a:gradFill>
              <a:gsLst>
                <a:gs pos="60000">
                  <a:schemeClr val="bg2">
                    <a:lumMod val="90000"/>
                    <a:lumOff val="10000"/>
                  </a:schemeClr>
                </a:gs>
                <a:gs pos="30000">
                  <a:schemeClr val="bg2">
                    <a:lumMod val="90000"/>
                    <a:lumOff val="10000"/>
                  </a:schemeClr>
                </a:gs>
                <a:gs pos="40000">
                  <a:schemeClr val="bg2">
                    <a:lumMod val="80000"/>
                    <a:lumOff val="20000"/>
                  </a:schemeClr>
                </a:gs>
                <a:gs pos="100000">
                  <a:schemeClr val="bg2"/>
                </a:gs>
              </a:gsLst>
              <a:lin ang="600000" scaled="0"/>
            </a:gradFill>
            <a:ln>
              <a:noFill/>
            </a:ln>
            <a:effectLst>
              <a:innerShdw blurRad="101600" dist="50800" dir="7320000">
                <a:schemeClr val="accent1">
                  <a:lumMod val="60000"/>
                  <a:lumOff val="4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1" name="Oval 10">
              <a:extLst>
                <a:ext uri="{FF2B5EF4-FFF2-40B4-BE49-F238E27FC236}">
                  <a16:creationId xmlns:a16="http://schemas.microsoft.com/office/drawing/2014/main" id="{4ADD32DC-9BAF-DA32-4E29-A6D403E04377}"/>
                </a:ext>
              </a:extLst>
            </p:cNvPr>
            <p:cNvSpPr/>
            <p:nvPr/>
          </p:nvSpPr>
          <p:spPr>
            <a:xfrm rot="13500000">
              <a:off x="10613915" y="1424627"/>
              <a:ext cx="270000" cy="540001"/>
            </a:xfrm>
            <a:prstGeom prst="ellipse">
              <a:avLst/>
            </a:prstGeom>
            <a:solidFill>
              <a:schemeClr val="bg2">
                <a:lumMod val="90000"/>
                <a:lumOff val="10000"/>
              </a:schemeClr>
            </a:solidFill>
            <a:ln>
              <a:noFill/>
            </a:ln>
            <a:effectLst>
              <a:innerShdw blurRad="12700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grpSp>
        <p:nvGrpSpPr>
          <p:cNvPr id="12" name="Group 11">
            <a:extLst>
              <a:ext uri="{FF2B5EF4-FFF2-40B4-BE49-F238E27FC236}">
                <a16:creationId xmlns:a16="http://schemas.microsoft.com/office/drawing/2014/main" id="{3BDBC526-6DCD-4FF6-8395-D8C22E46E527}"/>
              </a:ext>
              <a:ext uri="{C183D7F6-B498-43B3-948B-1728B52AA6E4}">
                <adec:decorative xmlns:adec="http://schemas.microsoft.com/office/drawing/2017/decorative" val="1"/>
              </a:ext>
            </a:extLst>
          </p:cNvPr>
          <p:cNvGrpSpPr/>
          <p:nvPr/>
        </p:nvGrpSpPr>
        <p:grpSpPr>
          <a:xfrm>
            <a:off x="613998" y="5334748"/>
            <a:ext cx="678135" cy="990000"/>
            <a:chOff x="10490969" y="1448827"/>
            <a:chExt cx="678135" cy="990000"/>
          </a:xfrm>
        </p:grpSpPr>
        <p:sp>
          <p:nvSpPr>
            <p:cNvPr id="13" name="Freeform: Shape 12">
              <a:extLst>
                <a:ext uri="{FF2B5EF4-FFF2-40B4-BE49-F238E27FC236}">
                  <a16:creationId xmlns:a16="http://schemas.microsoft.com/office/drawing/2014/main" id="{02ECB475-568C-47AC-B16D-2E202DEB2DE0}"/>
                </a:ext>
              </a:extLst>
            </p:cNvPr>
            <p:cNvSpPr>
              <a:spLocks noChangeAspect="1"/>
            </p:cNvSpPr>
            <p:nvPr/>
          </p:nvSpPr>
          <p:spPr>
            <a:xfrm rot="2700000" flipH="1" flipV="1">
              <a:off x="10268976" y="1743588"/>
              <a:ext cx="926985" cy="463493"/>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solidFill>
            <a:ln>
              <a:noFill/>
            </a:ln>
            <a:effectLst>
              <a:innerShdw blurRad="127000" dist="50800" dir="13500000">
                <a:schemeClr val="accent1">
                  <a:lumMod val="40000"/>
                  <a:lumOff val="60000"/>
                  <a:alpha val="2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sp>
          <p:nvSpPr>
            <p:cNvPr id="14" name="Oval 13">
              <a:extLst>
                <a:ext uri="{FF2B5EF4-FFF2-40B4-BE49-F238E27FC236}">
                  <a16:creationId xmlns:a16="http://schemas.microsoft.com/office/drawing/2014/main" id="{080D8764-525A-441E-B58F-068E82F09714}"/>
                </a:ext>
              </a:extLst>
            </p:cNvPr>
            <p:cNvSpPr/>
            <p:nvPr/>
          </p:nvSpPr>
          <p:spPr>
            <a:xfrm rot="8100000" flipH="1" flipV="1">
              <a:off x="11115555" y="1939340"/>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5" name="Oval 14">
              <a:extLst>
                <a:ext uri="{FF2B5EF4-FFF2-40B4-BE49-F238E27FC236}">
                  <a16:creationId xmlns:a16="http://schemas.microsoft.com/office/drawing/2014/main" id="{11196109-6F2B-4738-B2FC-2CCC753AABD4}"/>
                </a:ext>
              </a:extLst>
            </p:cNvPr>
            <p:cNvSpPr/>
            <p:nvPr/>
          </p:nvSpPr>
          <p:spPr>
            <a:xfrm rot="8100000" flipH="1" flipV="1">
              <a:off x="10625042" y="1448827"/>
              <a:ext cx="53549" cy="233295"/>
            </a:xfrm>
            <a:prstGeom prst="ellipse">
              <a:avLst/>
            </a:prstGeom>
            <a:solidFill>
              <a:schemeClr val="bg2">
                <a:lumMod val="90000"/>
                <a:lumOff val="10000"/>
              </a:schemeClr>
            </a:solidFill>
            <a:ln>
              <a:noFill/>
            </a:ln>
            <a:effectLst>
              <a:innerShdw blurRad="63500" dist="2540000">
                <a:schemeClr val="accent1">
                  <a:lumMod val="60000"/>
                  <a:lumOff val="40000"/>
                  <a:alpha val="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16" name="Freeform: Shape 15">
              <a:extLst>
                <a:ext uri="{FF2B5EF4-FFF2-40B4-BE49-F238E27FC236}">
                  <a16:creationId xmlns:a16="http://schemas.microsoft.com/office/drawing/2014/main" id="{F7E468C2-69B8-470B-85E3-801A3CB1D7E2}"/>
                </a:ext>
              </a:extLst>
            </p:cNvPr>
            <p:cNvSpPr>
              <a:spLocks noChangeAspect="1"/>
            </p:cNvSpPr>
            <p:nvPr/>
          </p:nvSpPr>
          <p:spPr>
            <a:xfrm rot="2700000" flipH="1" flipV="1">
              <a:off x="10292519" y="1686748"/>
              <a:ext cx="926985" cy="530086"/>
            </a:xfrm>
            <a:custGeom>
              <a:avLst/>
              <a:gdLst>
                <a:gd name="connsiteX0" fmla="*/ 1329373 w 2658746"/>
                <a:gd name="connsiteY0" fmla="*/ 0 h 1329373"/>
                <a:gd name="connsiteX1" fmla="*/ 2658746 w 2658746"/>
                <a:gd name="connsiteY1" fmla="*/ 1329373 h 1329373"/>
                <a:gd name="connsiteX2" fmla="*/ 1994059 w 2658746"/>
                <a:gd name="connsiteY2" fmla="*/ 1329373 h 1329373"/>
                <a:gd name="connsiteX3" fmla="*/ 1329373 w 2658746"/>
                <a:gd name="connsiteY3" fmla="*/ 664687 h 1329373"/>
                <a:gd name="connsiteX4" fmla="*/ 664687 w 2658746"/>
                <a:gd name="connsiteY4" fmla="*/ 1329373 h 1329373"/>
                <a:gd name="connsiteX5" fmla="*/ 0 w 2658746"/>
                <a:gd name="connsiteY5" fmla="*/ 1329373 h 1329373"/>
                <a:gd name="connsiteX6" fmla="*/ 1329373 w 2658746"/>
                <a:gd name="connsiteY6" fmla="*/ 0 h 13293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58746" h="1329373">
                  <a:moveTo>
                    <a:pt x="1329373" y="0"/>
                  </a:moveTo>
                  <a:cubicBezTo>
                    <a:pt x="2063565" y="0"/>
                    <a:pt x="2658746" y="595181"/>
                    <a:pt x="2658746" y="1329373"/>
                  </a:cubicBezTo>
                  <a:lnTo>
                    <a:pt x="1994059" y="1329373"/>
                  </a:lnTo>
                  <a:cubicBezTo>
                    <a:pt x="1994059" y="962277"/>
                    <a:pt x="1696469" y="664687"/>
                    <a:pt x="1329373" y="664687"/>
                  </a:cubicBezTo>
                  <a:cubicBezTo>
                    <a:pt x="962277" y="664687"/>
                    <a:pt x="664687" y="962277"/>
                    <a:pt x="664687" y="1329373"/>
                  </a:cubicBezTo>
                  <a:lnTo>
                    <a:pt x="0" y="1329373"/>
                  </a:lnTo>
                  <a:cubicBezTo>
                    <a:pt x="0" y="595181"/>
                    <a:pt x="595181" y="0"/>
                    <a:pt x="1329373" y="0"/>
                  </a:cubicBezTo>
                  <a:close/>
                </a:path>
              </a:pathLst>
            </a:custGeom>
            <a:solidFill>
              <a:schemeClr val="bg2">
                <a:lumMod val="50000"/>
                <a:lumOff val="50000"/>
                <a:alpha val="20000"/>
              </a:schemeClr>
            </a:solidFill>
            <a:ln>
              <a:noFill/>
            </a:ln>
            <a:effectLst>
              <a:softEdge rad="1016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sp>
        <p:nvSpPr>
          <p:cNvPr id="4" name="Date Placeholder 3">
            <a:extLst>
              <a:ext uri="{FF2B5EF4-FFF2-40B4-BE49-F238E27FC236}">
                <a16:creationId xmlns:a16="http://schemas.microsoft.com/office/drawing/2014/main" id="{4D4EE704-5DCA-484E-85E0-0E3A7B1C504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CA69B66-1C18-44A2-93F7-97DED26F24AB}"/>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7E44B5A0-66FA-433A-8DC5-C097C63B4DFC}"/>
              </a:ext>
            </a:extLst>
          </p:cNvPr>
          <p:cNvSpPr>
            <a:spLocks noGrp="1"/>
          </p:cNvSpPr>
          <p:nvPr>
            <p:ph type="sldNum" sz="quarter" idx="12"/>
          </p:nvPr>
        </p:nvSpPr>
        <p:spPr/>
        <p:txBody>
          <a:bodyPr/>
          <a:lstStyle/>
          <a:p>
            <a:fld id="{DBA1B0FB-D917-4C8C-928F-313BD683BF39}" type="slidenum">
              <a:rPr lang="en-US" smtClean="0"/>
              <a:t>‹#›</a:t>
            </a:fld>
            <a:endParaRPr lang="en-US" dirty="0"/>
          </a:p>
        </p:txBody>
      </p:sp>
    </p:spTree>
    <p:extLst>
      <p:ext uri="{BB962C8B-B14F-4D97-AF65-F5344CB8AC3E}">
        <p14:creationId xmlns:p14="http://schemas.microsoft.com/office/powerpoint/2010/main" val="39407391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8028302-E866-455D-8898-53623027543F}"/>
              </a:ext>
            </a:extLst>
          </p:cNvPr>
          <p:cNvSpPr>
            <a:spLocks noGrp="1"/>
          </p:cNvSpPr>
          <p:nvPr>
            <p:ph type="title"/>
          </p:nvPr>
        </p:nvSpPr>
        <p:spPr>
          <a:xfrm>
            <a:off x="550863" y="550800"/>
            <a:ext cx="11090275" cy="1333057"/>
          </a:xfrm>
          <a:prstGeom prst="rect">
            <a:avLst/>
          </a:prstGeom>
        </p:spPr>
        <p:txBody>
          <a:bodyPr vert="horz" wrap="square" lIns="0" tIns="0" rIns="0" bIns="0" rtlCol="0" anchor="t" anchorCtr="0">
            <a:normAutofit/>
          </a:bodyPr>
          <a:lstStyle/>
          <a:p>
            <a:pPr lvl="0">
              <a:lnSpc>
                <a:spcPct val="100000"/>
              </a:lnSpc>
            </a:pPr>
            <a:r>
              <a:rPr lang="en-US"/>
              <a:t>Click to edit Master title style</a:t>
            </a:r>
            <a:endParaRPr lang="en-US" dirty="0"/>
          </a:p>
        </p:txBody>
      </p:sp>
      <p:sp>
        <p:nvSpPr>
          <p:cNvPr id="3" name="Text Placeholder 2">
            <a:extLst>
              <a:ext uri="{FF2B5EF4-FFF2-40B4-BE49-F238E27FC236}">
                <a16:creationId xmlns:a16="http://schemas.microsoft.com/office/drawing/2014/main" id="{BC94E72B-F0CF-4BC4-B509-A1C4508BE435}"/>
              </a:ext>
            </a:extLst>
          </p:cNvPr>
          <p:cNvSpPr>
            <a:spLocks noGrp="1"/>
          </p:cNvSpPr>
          <p:nvPr>
            <p:ph type="body" idx="1"/>
          </p:nvPr>
        </p:nvSpPr>
        <p:spPr>
          <a:xfrm>
            <a:off x="550863" y="2113862"/>
            <a:ext cx="11091600" cy="3978963"/>
          </a:xfrm>
          <a:prstGeom prst="rect">
            <a:avLst/>
          </a:prstGeom>
        </p:spPr>
        <p:txBody>
          <a:bodyPr vert="horz" wrap="square" lIns="0" tIns="0" rIns="0" bIns="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4ACE49D-C22F-4540-AC09-E421D2A2EDBE}"/>
              </a:ext>
            </a:extLst>
          </p:cNvPr>
          <p:cNvSpPr>
            <a:spLocks noGrp="1"/>
          </p:cNvSpPr>
          <p:nvPr>
            <p:ph type="dt" sz="half" idx="2"/>
          </p:nvPr>
        </p:nvSpPr>
        <p:spPr>
          <a:xfrm>
            <a:off x="550863" y="6507212"/>
            <a:ext cx="262890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r>
              <a:rPr lang="en-US"/>
              <a:t>20XX</a:t>
            </a:r>
            <a:endParaRPr lang="en-US" dirty="0"/>
          </a:p>
        </p:txBody>
      </p:sp>
      <p:sp>
        <p:nvSpPr>
          <p:cNvPr id="5" name="Footer Placeholder 4">
            <a:extLst>
              <a:ext uri="{FF2B5EF4-FFF2-40B4-BE49-F238E27FC236}">
                <a16:creationId xmlns:a16="http://schemas.microsoft.com/office/drawing/2014/main" id="{ACD5C3BE-317E-49E8-82B5-C8A7EC9C8A7E}"/>
              </a:ext>
            </a:extLst>
          </p:cNvPr>
          <p:cNvSpPr>
            <a:spLocks noGrp="1"/>
          </p:cNvSpPr>
          <p:nvPr>
            <p:ph type="ftr" sz="quarter" idx="3"/>
          </p:nvPr>
        </p:nvSpPr>
        <p:spPr>
          <a:xfrm>
            <a:off x="3359150" y="6507212"/>
            <a:ext cx="6379210" cy="153888"/>
          </a:xfrm>
          <a:prstGeom prst="rect">
            <a:avLst/>
          </a:prstGeom>
        </p:spPr>
        <p:txBody>
          <a:bodyPr vert="horz" wrap="square" lIns="0" tIns="0" rIns="0" bIns="0" rtlCol="0" anchor="ctr">
            <a:spAutoFit/>
          </a:bodyPr>
          <a:lstStyle>
            <a:lvl1pPr algn="l">
              <a:defRPr sz="1000">
                <a:solidFill>
                  <a:schemeClr val="tx1">
                    <a:alpha val="80000"/>
                  </a:schemeClr>
                </a:solidFill>
              </a:defRPr>
            </a:lvl1pPr>
          </a:lstStyle>
          <a:p>
            <a:endParaRPr lang="en-US" dirty="0"/>
          </a:p>
        </p:txBody>
      </p:sp>
      <p:sp>
        <p:nvSpPr>
          <p:cNvPr id="6" name="Slide Number Placeholder 5">
            <a:extLst>
              <a:ext uri="{FF2B5EF4-FFF2-40B4-BE49-F238E27FC236}">
                <a16:creationId xmlns:a16="http://schemas.microsoft.com/office/drawing/2014/main" id="{45574E12-6C16-431F-B2CE-E4B15916BA05}"/>
              </a:ext>
            </a:extLst>
          </p:cNvPr>
          <p:cNvSpPr>
            <a:spLocks noGrp="1"/>
          </p:cNvSpPr>
          <p:nvPr>
            <p:ph type="sldNum" sz="quarter" idx="4"/>
          </p:nvPr>
        </p:nvSpPr>
        <p:spPr>
          <a:xfrm>
            <a:off x="9948863" y="6507212"/>
            <a:ext cx="1692274" cy="153888"/>
          </a:xfrm>
          <a:prstGeom prst="rect">
            <a:avLst/>
          </a:prstGeom>
        </p:spPr>
        <p:txBody>
          <a:bodyPr vert="horz" wrap="square" lIns="0" tIns="0" rIns="0" bIns="0" rtlCol="0" anchor="ctr">
            <a:spAutoFit/>
          </a:bodyPr>
          <a:lstStyle>
            <a:lvl1pPr algn="r">
              <a:defRPr sz="1000">
                <a:solidFill>
                  <a:schemeClr val="tx1">
                    <a:alpha val="80000"/>
                  </a:schemeClr>
                </a:solidFill>
              </a:defRPr>
            </a:lvl1pPr>
          </a:lstStyle>
          <a:p>
            <a:fld id="{DBA1B0FB-D917-4C8C-928F-313BD683BF39}" type="slidenum">
              <a:rPr lang="en-US" smtClean="0"/>
              <a:pPr/>
              <a:t>‹#›</a:t>
            </a:fld>
            <a:endParaRPr lang="en-US" dirty="0"/>
          </a:p>
        </p:txBody>
      </p:sp>
    </p:spTree>
    <p:extLst>
      <p:ext uri="{BB962C8B-B14F-4D97-AF65-F5344CB8AC3E}">
        <p14:creationId xmlns:p14="http://schemas.microsoft.com/office/powerpoint/2010/main" val="4222058729"/>
      </p:ext>
    </p:extLst>
  </p:cSld>
  <p:clrMap bg1="dk1" tx1="lt1" bg2="dk2" tx2="lt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3" r:id="rId17"/>
    <p:sldLayoutId id="2147483724" r:id="rId18"/>
    <p:sldLayoutId id="2147483726" r:id="rId19"/>
    <p:sldLayoutId id="2147483727" r:id="rId20"/>
    <p:sldLayoutId id="2147483728" r:id="rId21"/>
  </p:sldLayoutIdLst>
  <p:hf sldNum="0" hdr="0" ftr="0" dt="0"/>
  <p:txStyles>
    <p:titleStyle>
      <a:lvl1pPr algn="l" defTabSz="914400" rtl="0" eaLnBrk="1" latinLnBrk="0" hangingPunct="1">
        <a:lnSpc>
          <a:spcPct val="90000"/>
        </a:lnSpc>
        <a:spcBef>
          <a:spcPct val="0"/>
        </a:spcBef>
        <a:buNone/>
        <a:defRPr lang="en-US" sz="4800" kern="1200" dirty="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2" pos="3840">
          <p15:clr>
            <a:srgbClr val="F26B43"/>
          </p15:clr>
        </p15:guide>
        <p15:guide id="33" orient="horz" pos="2160">
          <p15:clr>
            <a:srgbClr val="F26B43"/>
          </p15:clr>
        </p15:guide>
        <p15:guide id="34" pos="347">
          <p15:clr>
            <a:srgbClr val="F26B43"/>
          </p15:clr>
        </p15:guide>
        <p15:guide id="35" pos="7333">
          <p15:clr>
            <a:srgbClr val="F26B43"/>
          </p15:clr>
        </p15:guide>
        <p15:guide id="36" orient="horz" pos="346">
          <p15:clr>
            <a:srgbClr val="F26B43"/>
          </p15:clr>
        </p15:guide>
        <p15:guide id="37" orient="horz" pos="3974">
          <p15:clr>
            <a:srgbClr val="F26B43"/>
          </p15:clr>
        </p15:guide>
        <p15:guide id="38" pos="824">
          <p15:clr>
            <a:srgbClr val="A4A3A4"/>
          </p15:clr>
        </p15:guide>
        <p15:guide id="39" pos="937">
          <p15:clr>
            <a:srgbClr val="A4A3A4"/>
          </p15:clr>
        </p15:guide>
        <p15:guide id="40" pos="1413">
          <p15:clr>
            <a:srgbClr val="A4A3A4"/>
          </p15:clr>
        </p15:guide>
        <p15:guide id="41" pos="1527">
          <p15:clr>
            <a:srgbClr val="A4A3A4"/>
          </p15:clr>
        </p15:guide>
        <p15:guide id="42" pos="2003">
          <p15:clr>
            <a:srgbClr val="A4A3A4"/>
          </p15:clr>
        </p15:guide>
        <p15:guide id="43" pos="2116">
          <p15:clr>
            <a:srgbClr val="A4A3A4"/>
          </p15:clr>
        </p15:guide>
        <p15:guide id="44" pos="2593">
          <p15:clr>
            <a:srgbClr val="A4A3A4"/>
          </p15:clr>
        </p15:guide>
        <p15:guide id="45" pos="2706">
          <p15:clr>
            <a:srgbClr val="A4A3A4"/>
          </p15:clr>
        </p15:guide>
        <p15:guide id="46" pos="3182">
          <p15:clr>
            <a:srgbClr val="A4A3A4"/>
          </p15:clr>
        </p15:guide>
        <p15:guide id="47" pos="3318">
          <p15:clr>
            <a:srgbClr val="A4A3A4"/>
          </p15:clr>
        </p15:guide>
        <p15:guide id="48" pos="3772">
          <p15:clr>
            <a:srgbClr val="A4A3A4"/>
          </p15:clr>
        </p15:guide>
        <p15:guide id="49" pos="3908">
          <p15:clr>
            <a:srgbClr val="A4A3A4"/>
          </p15:clr>
        </p15:guide>
        <p15:guide id="50" pos="4362">
          <p15:clr>
            <a:srgbClr val="A4A3A4"/>
          </p15:clr>
        </p15:guide>
        <p15:guide id="51" pos="4498">
          <p15:clr>
            <a:srgbClr val="A4A3A4"/>
          </p15:clr>
        </p15:guide>
        <p15:guide id="52" pos="4951">
          <p15:clr>
            <a:srgbClr val="A4A3A4"/>
          </p15:clr>
        </p15:guide>
        <p15:guide id="53" pos="5087">
          <p15:clr>
            <a:srgbClr val="A4A3A4"/>
          </p15:clr>
        </p15:guide>
        <p15:guide id="54" pos="5541">
          <p15:clr>
            <a:srgbClr val="A4A3A4"/>
          </p15:clr>
        </p15:guide>
        <p15:guide id="55" pos="5677">
          <p15:clr>
            <a:srgbClr val="A4A3A4"/>
          </p15:clr>
        </p15:guide>
        <p15:guide id="56" pos="6153">
          <p15:clr>
            <a:srgbClr val="A4A3A4"/>
          </p15:clr>
        </p15:guide>
        <p15:guide id="57" pos="6267">
          <p15:clr>
            <a:srgbClr val="A4A3A4"/>
          </p15:clr>
        </p15:guide>
        <p15:guide id="58" pos="6743">
          <p15:clr>
            <a:srgbClr val="A4A3A4"/>
          </p15:clr>
        </p15:guide>
        <p15:guide id="59" pos="6856">
          <p15:clr>
            <a:srgbClr val="A4A3A4"/>
          </p15:clr>
        </p15:guide>
        <p15:guide id="60" orient="horz" pos="3838">
          <p15:clr>
            <a:srgbClr val="A4A3A4"/>
          </p15:clr>
        </p15:guide>
        <p15:guide id="61" orient="horz" pos="2092">
          <p15:clr>
            <a:srgbClr val="A4A3A4"/>
          </p15:clr>
        </p15:guide>
        <p15:guide id="62" orient="horz" pos="2228">
          <p15:clr>
            <a:srgbClr val="A4A3A4"/>
          </p15:clr>
        </p15:guide>
        <p15:guide id="63" orient="horz" pos="845">
          <p15:clr>
            <a:srgbClr val="A4A3A4"/>
          </p15:clr>
        </p15:guide>
        <p15:guide id="64" orient="horz" pos="958">
          <p15:clr>
            <a:srgbClr val="A4A3A4"/>
          </p15:clr>
        </p15:guide>
        <p15:guide id="65" orient="horz" pos="1480">
          <p15:clr>
            <a:srgbClr val="A4A3A4"/>
          </p15:clr>
        </p15:guide>
        <p15:guide id="66" orient="horz" pos="1593">
          <p15:clr>
            <a:srgbClr val="A4A3A4"/>
          </p15:clr>
        </p15:guide>
        <p15:guide id="67" orient="horz" pos="2727">
          <p15:clr>
            <a:srgbClr val="A4A3A4"/>
          </p15:clr>
        </p15:guide>
        <p15:guide id="68" orient="horz" pos="2840">
          <p15:clr>
            <a:srgbClr val="A4A3A4"/>
          </p15:clr>
        </p15:guide>
        <p15:guide id="69" orient="horz" pos="3339">
          <p15:clr>
            <a:srgbClr val="A4A3A4"/>
          </p15:clr>
        </p15:guide>
        <p15:guide id="70" orient="horz" pos="3475">
          <p15:clr>
            <a:srgbClr val="A4A3A4"/>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9.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2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hyperlink" Target="https://d.docs.live.net/136AD9D37017EA8A/Documents/Complete%20project.xlsx" TargetMode="External"/><Relationship Id="rId1" Type="http://schemas.openxmlformats.org/officeDocument/2006/relationships/slideLayout" Target="../slideLayouts/slideLayout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10047101-8D42-6100-9CEA-AEC0FAEAB606}"/>
              </a:ext>
            </a:extLst>
          </p:cNvPr>
          <p:cNvSpPr>
            <a:spLocks noGrp="1"/>
          </p:cNvSpPr>
          <p:nvPr>
            <p:ph type="title"/>
          </p:nvPr>
        </p:nvSpPr>
        <p:spPr>
          <a:xfrm>
            <a:off x="6538452" y="285135"/>
            <a:ext cx="5358580" cy="6572865"/>
          </a:xfrm>
          <a:noFill/>
        </p:spPr>
        <p:txBody>
          <a:bodyPr anchor="t">
            <a:noAutofit/>
          </a:bodyPr>
          <a:lstStyle/>
          <a:p>
            <a:pPr>
              <a:lnSpc>
                <a:spcPct val="150000"/>
              </a:lnSpc>
              <a:spcBef>
                <a:spcPts val="600"/>
              </a:spcBef>
            </a:pPr>
            <a:r>
              <a:rPr lang="en-US" sz="3400" kern="1500" dirty="0"/>
              <a:t>Bike Sharing Data Analysis</a:t>
            </a:r>
            <a:br>
              <a:rPr lang="en-US" sz="3200" dirty="0"/>
            </a:br>
            <a:r>
              <a:rPr lang="en-US" sz="3000" dirty="0"/>
              <a:t>Understanding Rider Behavior through Data Insights</a:t>
            </a:r>
            <a:br>
              <a:rPr lang="en-US" sz="3200" dirty="0"/>
            </a:br>
            <a:r>
              <a:rPr lang="en-US" sz="3200" i="1" dirty="0"/>
              <a:t>By</a:t>
            </a:r>
            <a:r>
              <a:rPr lang="en-US" sz="3200" dirty="0"/>
              <a:t> </a:t>
            </a:r>
            <a:r>
              <a:rPr lang="en-US" sz="3200" i="1" dirty="0"/>
              <a:t>Roshani Mor</a:t>
            </a:r>
            <a:br>
              <a:rPr lang="en-US" sz="3200" dirty="0"/>
            </a:br>
            <a:r>
              <a:rPr lang="en-US" sz="3200" i="1" dirty="0"/>
              <a:t>Date</a:t>
            </a:r>
            <a:r>
              <a:rPr lang="en-US" sz="3200" dirty="0"/>
              <a:t>: 15</a:t>
            </a:r>
            <a:r>
              <a:rPr lang="en-US" sz="3200" baseline="30000" dirty="0"/>
              <a:t>th</a:t>
            </a:r>
            <a:r>
              <a:rPr lang="en-US" sz="3200" dirty="0"/>
              <a:t> </a:t>
            </a:r>
            <a:r>
              <a:rPr lang="en-US" sz="3200" i="1" dirty="0"/>
              <a:t>October 2025</a:t>
            </a:r>
            <a:br>
              <a:rPr lang="en-US" sz="3200" i="1" dirty="0"/>
            </a:br>
            <a:br>
              <a:rPr lang="en-US" sz="3200" i="1" dirty="0"/>
            </a:br>
            <a:br>
              <a:rPr lang="en-US" sz="3200" i="1" dirty="0"/>
            </a:br>
            <a:br>
              <a:rPr lang="en-US" sz="3200" i="1" dirty="0"/>
            </a:br>
            <a:r>
              <a:rPr lang="en-US" sz="1200" dirty="0"/>
              <a:t>An Analytical Study on Usage Patterns of Casual and Registered Riders</a:t>
            </a:r>
          </a:p>
        </p:txBody>
      </p:sp>
      <p:pic>
        <p:nvPicPr>
          <p:cNvPr id="8" name="Picture Placeholder 13" descr="Data points digital background">
            <a:extLst>
              <a:ext uri="{FF2B5EF4-FFF2-40B4-BE49-F238E27FC236}">
                <a16:creationId xmlns:a16="http://schemas.microsoft.com/office/drawing/2014/main" id="{53227D59-33F9-9DDB-1C5C-A938A989EE51}"/>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l="7936" r="7936"/>
          <a:stretch/>
        </p:blipFill>
        <p:spPr/>
      </p:pic>
    </p:spTree>
    <p:extLst>
      <p:ext uri="{BB962C8B-B14F-4D97-AF65-F5344CB8AC3E}">
        <p14:creationId xmlns:p14="http://schemas.microsoft.com/office/powerpoint/2010/main" val="2803092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5D5BE93-0252-3CC3-B567-14EC47EB8C7F}"/>
              </a:ext>
            </a:extLst>
          </p:cNvPr>
          <p:cNvSpPr>
            <a:spLocks noGrp="1"/>
          </p:cNvSpPr>
          <p:nvPr>
            <p:ph type="title"/>
          </p:nvPr>
        </p:nvSpPr>
        <p:spPr>
          <a:xfrm>
            <a:off x="550862" y="346272"/>
            <a:ext cx="11090275" cy="587793"/>
          </a:xfrm>
        </p:spPr>
        <p:txBody>
          <a:bodyPr/>
          <a:lstStyle/>
          <a:p>
            <a:r>
              <a:rPr lang="en-US" dirty="0"/>
              <a:t>Contents</a:t>
            </a:r>
          </a:p>
        </p:txBody>
      </p:sp>
      <p:sp>
        <p:nvSpPr>
          <p:cNvPr id="3" name="Content Placeholder 2">
            <a:extLst>
              <a:ext uri="{FF2B5EF4-FFF2-40B4-BE49-F238E27FC236}">
                <a16:creationId xmlns:a16="http://schemas.microsoft.com/office/drawing/2014/main" id="{1ABCA07C-1908-B1EB-82FA-EC63DAAF4CF4}"/>
              </a:ext>
            </a:extLst>
          </p:cNvPr>
          <p:cNvSpPr>
            <a:spLocks noGrp="1"/>
          </p:cNvSpPr>
          <p:nvPr>
            <p:ph sz="quarter" idx="13"/>
          </p:nvPr>
        </p:nvSpPr>
        <p:spPr>
          <a:xfrm>
            <a:off x="550862" y="1554111"/>
            <a:ext cx="11090274" cy="3913188"/>
          </a:xfrm>
        </p:spPr>
        <p:txBody>
          <a:bodyPr numCol="2">
            <a:normAutofit/>
          </a:bodyPr>
          <a:lstStyle/>
          <a:p>
            <a:r>
              <a:rPr lang="en-US" dirty="0"/>
              <a:t>Introduction</a:t>
            </a:r>
            <a:br>
              <a:rPr lang="en-US" dirty="0"/>
            </a:br>
            <a:r>
              <a:rPr lang="en-US" dirty="0"/>
              <a:t>Project Objective</a:t>
            </a:r>
            <a:br>
              <a:rPr lang="en-US" dirty="0"/>
            </a:br>
            <a:r>
              <a:rPr lang="en-US" dirty="0"/>
              <a:t>Data Overview</a:t>
            </a:r>
            <a:br>
              <a:rPr lang="en-US" dirty="0"/>
            </a:br>
            <a:r>
              <a:rPr lang="en-US" dirty="0"/>
              <a:t>Methodology</a:t>
            </a:r>
            <a:br>
              <a:rPr lang="en-US" dirty="0"/>
            </a:br>
            <a:r>
              <a:rPr lang="en-US" dirty="0"/>
              <a:t>Casual vs Registered Riders Overview</a:t>
            </a:r>
            <a:br>
              <a:rPr lang="en-US" dirty="0"/>
            </a:br>
            <a:r>
              <a:rPr lang="en-US" dirty="0"/>
              <a:t>Daily Usage Pattern</a:t>
            </a:r>
            <a:br>
              <a:rPr lang="en-US" dirty="0"/>
            </a:br>
            <a:r>
              <a:rPr lang="en-US" dirty="0"/>
              <a:t>Weekend vs Weekday Analysis</a:t>
            </a:r>
            <a:br>
              <a:rPr lang="en-US" dirty="0"/>
            </a:br>
            <a:r>
              <a:rPr lang="en-US" dirty="0"/>
              <a:t>Weather Impact on Bike Usage</a:t>
            </a:r>
            <a:br>
              <a:rPr lang="en-US" dirty="0"/>
            </a:br>
            <a:r>
              <a:rPr lang="en-US" dirty="0"/>
              <a:t>Preferred Riding Conditions</a:t>
            </a:r>
            <a:br>
              <a:rPr lang="en-US" dirty="0"/>
            </a:br>
            <a:r>
              <a:rPr lang="en-US" dirty="0"/>
              <a:t>Holiday vs Non-Holiday Rides</a:t>
            </a:r>
            <a:br>
              <a:rPr lang="en-US" dirty="0"/>
            </a:br>
            <a:r>
              <a:rPr lang="en-US" dirty="0"/>
              <a:t>Hourly or Time-Based Trends</a:t>
            </a:r>
            <a:br>
              <a:rPr lang="en-US" dirty="0"/>
            </a:br>
            <a:r>
              <a:rPr lang="en-US" dirty="0"/>
              <a:t>Seasonal Trends</a:t>
            </a:r>
            <a:br>
              <a:rPr lang="en-US" dirty="0"/>
            </a:br>
            <a:r>
              <a:rPr lang="en-US" dirty="0"/>
              <a:t>Correlation between Temperature and Humidity</a:t>
            </a:r>
            <a:br>
              <a:rPr lang="en-US" dirty="0"/>
            </a:br>
            <a:r>
              <a:rPr lang="en-US" dirty="0"/>
              <a:t>Peak Usage Day</a:t>
            </a:r>
            <a:br>
              <a:rPr lang="en-US" dirty="0"/>
            </a:br>
            <a:r>
              <a:rPr lang="en-US" dirty="0"/>
              <a:t>Key Insights</a:t>
            </a:r>
            <a:br>
              <a:rPr lang="en-US" dirty="0"/>
            </a:br>
            <a:r>
              <a:rPr lang="en-US" dirty="0"/>
              <a:t>Dashboard Snapshot</a:t>
            </a:r>
            <a:br>
              <a:rPr lang="en-US" dirty="0"/>
            </a:br>
            <a:r>
              <a:rPr lang="en-US" dirty="0"/>
              <a:t>Recommendations</a:t>
            </a:r>
            <a:br>
              <a:rPr lang="en-US" dirty="0"/>
            </a:br>
            <a:r>
              <a:rPr lang="en-US" dirty="0"/>
              <a:t>Challenges Faced</a:t>
            </a:r>
            <a:br>
              <a:rPr lang="en-US" dirty="0"/>
            </a:br>
            <a:r>
              <a:rPr lang="en-US" dirty="0"/>
              <a:t>Conclusion</a:t>
            </a:r>
          </a:p>
        </p:txBody>
      </p:sp>
    </p:spTree>
    <p:extLst>
      <p:ext uri="{BB962C8B-B14F-4D97-AF65-F5344CB8AC3E}">
        <p14:creationId xmlns:p14="http://schemas.microsoft.com/office/powerpoint/2010/main" val="26650455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anim calcmode="lin" valueType="num">
                                      <p:cBhvr>
                                        <p:cTn id="8" dur="300" fill="hold"/>
                                        <p:tgtEl>
                                          <p:spTgt spid="2"/>
                                        </p:tgtEl>
                                        <p:attrNameLst>
                                          <p:attrName>ppt_x</p:attrName>
                                        </p:attrNameLst>
                                      </p:cBhvr>
                                      <p:tavLst>
                                        <p:tav tm="0">
                                          <p:val>
                                            <p:strVal val="#ppt_x"/>
                                          </p:val>
                                        </p:tav>
                                        <p:tav tm="100000">
                                          <p:val>
                                            <p:strVal val="#ppt_x"/>
                                          </p:val>
                                        </p:tav>
                                      </p:tavLst>
                                    </p:anim>
                                    <p:anim calcmode="lin" valueType="num">
                                      <p:cBhvr>
                                        <p:cTn id="9" dur="300" fill="hold"/>
                                        <p:tgtEl>
                                          <p:spTgt spid="2"/>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300"/>
                                        <p:tgtEl>
                                          <p:spTgt spid="3">
                                            <p:txEl>
                                              <p:pRg st="0" end="0"/>
                                            </p:txEl>
                                          </p:spTgt>
                                        </p:tgtEl>
                                      </p:cBhvr>
                                    </p:animEffect>
                                    <p:anim calcmode="lin" valueType="num">
                                      <p:cBhvr>
                                        <p:cTn id="13" dur="3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4" dur="3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Placeholder 15" descr="Data points digital background">
            <a:extLst>
              <a:ext uri="{FF2B5EF4-FFF2-40B4-BE49-F238E27FC236}">
                <a16:creationId xmlns:a16="http://schemas.microsoft.com/office/drawing/2014/main" id="{A496DCE5-C34A-22C2-A9D8-E90DFC8CE86C}"/>
              </a:ext>
            </a:extLst>
          </p:cNvPr>
          <p:cNvPicPr>
            <a:picLocks noGrp="1" noChangeAspect="1"/>
          </p:cNvPicPr>
          <p:nvPr>
            <p:ph type="pic" sz="quarter" idx="13"/>
          </p:nvPr>
        </p:nvPicPr>
        <p:blipFill rotWithShape="1">
          <a:blip r:embed="rId3" cstate="screen">
            <a:extLst>
              <a:ext uri="{28A0092B-C50C-407E-A947-70E740481C1C}">
                <a14:useLocalDpi xmlns:a14="http://schemas.microsoft.com/office/drawing/2010/main" val="0"/>
              </a:ext>
            </a:extLst>
          </a:blip>
          <a:srcRect t="52" b="52"/>
          <a:stretch/>
        </p:blipFill>
        <p:spPr/>
      </p:pic>
      <p:sp>
        <p:nvSpPr>
          <p:cNvPr id="5" name="Content Placeholder 2">
            <a:extLst>
              <a:ext uri="{FF2B5EF4-FFF2-40B4-BE49-F238E27FC236}">
                <a16:creationId xmlns:a16="http://schemas.microsoft.com/office/drawing/2014/main" id="{46F22C86-CC40-44FD-E84B-2EA81A8738C0}"/>
              </a:ext>
            </a:extLst>
          </p:cNvPr>
          <p:cNvSpPr txBox="1">
            <a:spLocks/>
          </p:cNvSpPr>
          <p:nvPr/>
        </p:nvSpPr>
        <p:spPr>
          <a:xfrm>
            <a:off x="581342" y="3776472"/>
            <a:ext cx="10954165" cy="2306192"/>
          </a:xfrm>
          <a:prstGeom prst="rect">
            <a:avLst/>
          </a:prstGeom>
        </p:spPr>
        <p:txBody>
          <a:bodyPr/>
          <a:lstStyle>
            <a:lvl1pPr marL="228600" indent="-228600" algn="l" defTabSz="914400" rtl="0" eaLnBrk="1" latinLnBrk="0" hangingPunct="1">
              <a:lnSpc>
                <a:spcPct val="110000"/>
              </a:lnSpc>
              <a:spcBef>
                <a:spcPts val="1000"/>
              </a:spcBef>
              <a:spcAft>
                <a:spcPts val="800"/>
              </a:spcAft>
              <a:buFont typeface="Arial" panose="020B0604020202020204" pitchFamily="34" charset="0"/>
              <a:buChar char="•"/>
              <a:defRPr sz="2400" kern="1200">
                <a:solidFill>
                  <a:schemeClr val="tx1">
                    <a:alpha val="60000"/>
                  </a:schemeClr>
                </a:solidFill>
                <a:latin typeface="+mn-lt"/>
                <a:ea typeface="+mn-ea"/>
                <a:cs typeface="+mn-cs"/>
              </a:defRPr>
            </a:lvl1pPr>
            <a:lvl2pPr marL="6858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2pPr>
            <a:lvl3pPr marL="11430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3pPr>
            <a:lvl4pPr marL="16002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4pPr>
            <a:lvl5pPr marL="2057400" indent="-228600" algn="l" defTabSz="914400" rtl="0" eaLnBrk="1" latinLnBrk="0" hangingPunct="1">
              <a:lnSpc>
                <a:spcPct val="110000"/>
              </a:lnSpc>
              <a:spcBef>
                <a:spcPts val="500"/>
              </a:spcBef>
              <a:spcAft>
                <a:spcPts val="800"/>
              </a:spcAft>
              <a:buFont typeface="Arial" panose="020B0604020202020204" pitchFamily="34" charset="0"/>
              <a:buChar char="•"/>
              <a:defRPr sz="1600" kern="1200">
                <a:solidFill>
                  <a:schemeClr val="tx1">
                    <a:alpha val="60000"/>
                  </a:schemeClr>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sz="2000" dirty="0"/>
              <a:t>The bike-sharing system provides a convenient, eco-friendly mode of transportation for riders. With the growing popularity of shared mobility, it becomes essential to understand user behavior, usage trends, and external factors influencing ride patterns.</a:t>
            </a:r>
          </a:p>
          <a:p>
            <a:r>
              <a:rPr lang="en-US" sz="2000" dirty="0"/>
              <a:t>This analysis explores how weather, temperature, weekdays, and holidays affect bike rentals among casual and registered users. By identifying these insights, we aim to improve operational efficiency, user satisfaction, and business strategy for bike-sharing platforms</a:t>
            </a:r>
          </a:p>
          <a:p>
            <a:pPr marL="0" indent="0">
              <a:buNone/>
            </a:pPr>
            <a:endParaRPr lang="en-US" dirty="0"/>
          </a:p>
        </p:txBody>
      </p:sp>
      <p:sp>
        <p:nvSpPr>
          <p:cNvPr id="7" name="TextBox 6">
            <a:extLst>
              <a:ext uri="{FF2B5EF4-FFF2-40B4-BE49-F238E27FC236}">
                <a16:creationId xmlns:a16="http://schemas.microsoft.com/office/drawing/2014/main" id="{2146F7B8-FAE5-A701-D5BF-5C751E4670B8}"/>
              </a:ext>
            </a:extLst>
          </p:cNvPr>
          <p:cNvSpPr txBox="1"/>
          <p:nvPr/>
        </p:nvSpPr>
        <p:spPr>
          <a:xfrm>
            <a:off x="581342" y="3244334"/>
            <a:ext cx="6174658" cy="461665"/>
          </a:xfrm>
          <a:prstGeom prst="rect">
            <a:avLst/>
          </a:prstGeom>
          <a:noFill/>
        </p:spPr>
        <p:txBody>
          <a:bodyPr wrap="square">
            <a:spAutoFit/>
          </a:bodyPr>
          <a:lstStyle/>
          <a:p>
            <a:r>
              <a:rPr lang="en-US" sz="2400" dirty="0"/>
              <a:t>Introduction</a:t>
            </a:r>
          </a:p>
        </p:txBody>
      </p:sp>
    </p:spTree>
    <p:extLst>
      <p:ext uri="{BB962C8B-B14F-4D97-AF65-F5344CB8AC3E}">
        <p14:creationId xmlns:p14="http://schemas.microsoft.com/office/powerpoint/2010/main" val="18397480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7" presetClass="emph" presetSubtype="2" fill="hold" grpId="0" nodeType="clickEffect">
                                  <p:stCondLst>
                                    <p:cond delay="0"/>
                                  </p:stCondLst>
                                  <p:childTnLst>
                                    <p:animClr clrSpc="rgb" dir="cw">
                                      <p:cBhvr>
                                        <p:cTn id="6" dur="300" fill="hold"/>
                                        <p:tgtEl>
                                          <p:spTgt spid="5"/>
                                        </p:tgtEl>
                                        <p:attrNameLst>
                                          <p:attrName>stroke.color</p:attrName>
                                        </p:attrNameLst>
                                      </p:cBhvr>
                                      <p:to>
                                        <a:schemeClr val="accent2"/>
                                      </p:to>
                                    </p:animClr>
                                    <p:set>
                                      <p:cBhvr>
                                        <p:cTn id="7" dur="300" fill="hold"/>
                                        <p:tgtEl>
                                          <p:spTgt spid="5"/>
                                        </p:tgtEl>
                                        <p:attrNameLst>
                                          <p:attrName>stroke.on</p:attrName>
                                        </p:attrNameLst>
                                      </p:cBhvr>
                                      <p:to>
                                        <p:strVal val="true"/>
                                      </p:to>
                                    </p:set>
                                  </p:childTnLst>
                                </p:cTn>
                              </p:par>
                              <p:par>
                                <p:cTn id="8" presetID="7" presetClass="emph" presetSubtype="2" fill="hold" grpId="0" nodeType="withEffect">
                                  <p:stCondLst>
                                    <p:cond delay="0"/>
                                  </p:stCondLst>
                                  <p:childTnLst>
                                    <p:animClr clrSpc="rgb" dir="cw">
                                      <p:cBhvr>
                                        <p:cTn id="9" dur="300" fill="hold"/>
                                        <p:tgtEl>
                                          <p:spTgt spid="7"/>
                                        </p:tgtEl>
                                        <p:attrNameLst>
                                          <p:attrName>stroke.color</p:attrName>
                                        </p:attrNameLst>
                                      </p:cBhvr>
                                      <p:to>
                                        <a:schemeClr val="accent2"/>
                                      </p:to>
                                    </p:animClr>
                                    <p:set>
                                      <p:cBhvr>
                                        <p:cTn id="10" dur="300" fill="hold"/>
                                        <p:tgtEl>
                                          <p:spTgt spid="7"/>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4ABE40-AA00-F366-A36A-B3F1AADBF025}"/>
              </a:ext>
            </a:extLst>
          </p:cNvPr>
          <p:cNvSpPr>
            <a:spLocks noGrp="1"/>
          </p:cNvSpPr>
          <p:nvPr>
            <p:ph type="ctrTitle"/>
          </p:nvPr>
        </p:nvSpPr>
        <p:spPr>
          <a:xfrm>
            <a:off x="2670839" y="456860"/>
            <a:ext cx="6850322" cy="664097"/>
          </a:xfrm>
          <a:noFill/>
        </p:spPr>
        <p:txBody>
          <a:bodyPr>
            <a:noAutofit/>
          </a:bodyPr>
          <a:lstStyle/>
          <a:p>
            <a:pPr algn="ctr"/>
            <a:r>
              <a:rPr lang="en-US" dirty="0"/>
              <a:t>Project Objective</a:t>
            </a:r>
          </a:p>
        </p:txBody>
      </p:sp>
      <p:sp>
        <p:nvSpPr>
          <p:cNvPr id="11" name="TextBox 10">
            <a:extLst>
              <a:ext uri="{FF2B5EF4-FFF2-40B4-BE49-F238E27FC236}">
                <a16:creationId xmlns:a16="http://schemas.microsoft.com/office/drawing/2014/main" id="{F63F328A-244D-22B9-7181-17F4A38D0C9F}"/>
              </a:ext>
            </a:extLst>
          </p:cNvPr>
          <p:cNvSpPr txBox="1"/>
          <p:nvPr/>
        </p:nvSpPr>
        <p:spPr>
          <a:xfrm>
            <a:off x="855406" y="1574344"/>
            <a:ext cx="10481188" cy="707886"/>
          </a:xfrm>
          <a:prstGeom prst="rect">
            <a:avLst/>
          </a:prstGeom>
          <a:noFill/>
        </p:spPr>
        <p:txBody>
          <a:bodyPr wrap="square" rtlCol="0">
            <a:spAutoFit/>
          </a:bodyPr>
          <a:lstStyle/>
          <a:p>
            <a:r>
              <a:rPr lang="en-US" sz="2000" dirty="0"/>
              <a:t>The primary goal of this project is to analyze bike usage data to uncover meaningful patterns and insights that can support data-driven decision-making.</a:t>
            </a:r>
          </a:p>
        </p:txBody>
      </p:sp>
      <p:sp>
        <p:nvSpPr>
          <p:cNvPr id="12" name="TextBox 11">
            <a:extLst>
              <a:ext uri="{FF2B5EF4-FFF2-40B4-BE49-F238E27FC236}">
                <a16:creationId xmlns:a16="http://schemas.microsoft.com/office/drawing/2014/main" id="{19BDE59D-C77F-5D31-F318-FFF97A3BEAE9}"/>
              </a:ext>
            </a:extLst>
          </p:cNvPr>
          <p:cNvSpPr txBox="1"/>
          <p:nvPr/>
        </p:nvSpPr>
        <p:spPr>
          <a:xfrm>
            <a:off x="924232" y="3067665"/>
            <a:ext cx="10481188" cy="2215991"/>
          </a:xfrm>
          <a:prstGeom prst="rect">
            <a:avLst/>
          </a:prstGeom>
          <a:noFill/>
        </p:spPr>
        <p:txBody>
          <a:bodyPr wrap="square" rtlCol="0">
            <a:spAutoFit/>
          </a:bodyPr>
          <a:lstStyle/>
          <a:p>
            <a:r>
              <a:rPr lang="en-US" sz="2000" b="1" dirty="0"/>
              <a:t>Key Objectives:</a:t>
            </a:r>
            <a:endParaRPr lang="en-US" sz="2000" dirty="0"/>
          </a:p>
          <a:p>
            <a:pPr marL="285750" indent="-285750">
              <a:buFont typeface="Arial" panose="020B0604020202020204" pitchFamily="34" charset="0"/>
              <a:buChar char="•"/>
            </a:pPr>
            <a:r>
              <a:rPr lang="en-US" sz="2000" dirty="0"/>
              <a:t>To compare ride behaviors of </a:t>
            </a:r>
            <a:r>
              <a:rPr lang="en-US" sz="2000" b="1" dirty="0"/>
              <a:t>casual vs. registered riders</a:t>
            </a:r>
            <a:r>
              <a:rPr lang="en-US" sz="2000" dirty="0"/>
              <a:t>.</a:t>
            </a:r>
          </a:p>
          <a:p>
            <a:pPr marL="285750" indent="-285750">
              <a:buFont typeface="Arial" panose="020B0604020202020204" pitchFamily="34" charset="0"/>
              <a:buChar char="•"/>
            </a:pPr>
            <a:r>
              <a:rPr lang="en-US" sz="2000" dirty="0"/>
              <a:t>To identify how </a:t>
            </a:r>
            <a:r>
              <a:rPr lang="en-US" sz="2000" b="1" dirty="0"/>
              <a:t>weather and temperature</a:t>
            </a:r>
            <a:r>
              <a:rPr lang="en-US" sz="2000" dirty="0"/>
              <a:t> affect overall ridership.</a:t>
            </a:r>
          </a:p>
          <a:p>
            <a:pPr marL="285750" indent="-285750">
              <a:buFont typeface="Arial" panose="020B0604020202020204" pitchFamily="34" charset="0"/>
              <a:buChar char="•"/>
            </a:pPr>
            <a:r>
              <a:rPr lang="en-US" sz="2000" dirty="0"/>
              <a:t>To determine </a:t>
            </a:r>
            <a:r>
              <a:rPr lang="en-US" sz="2000" b="1" dirty="0"/>
              <a:t>which days and seasons</a:t>
            </a:r>
            <a:r>
              <a:rPr lang="en-US" sz="2000" dirty="0"/>
              <a:t> record the highest and lowest usage.</a:t>
            </a:r>
          </a:p>
          <a:p>
            <a:pPr marL="285750" indent="-285750">
              <a:buFont typeface="Arial" panose="020B0604020202020204" pitchFamily="34" charset="0"/>
              <a:buChar char="•"/>
            </a:pPr>
            <a:r>
              <a:rPr lang="en-US" sz="2000" dirty="0"/>
              <a:t>To evaluate the </a:t>
            </a:r>
            <a:r>
              <a:rPr lang="en-US" sz="2000" b="1" dirty="0"/>
              <a:t>impact of holidays and weekends</a:t>
            </a:r>
            <a:r>
              <a:rPr lang="en-US" sz="2000" dirty="0"/>
              <a:t> on total rentals.</a:t>
            </a:r>
          </a:p>
          <a:p>
            <a:pPr marL="285750" indent="-285750">
              <a:buFont typeface="Arial" panose="020B0604020202020204" pitchFamily="34" charset="0"/>
              <a:buChar char="•"/>
            </a:pPr>
            <a:r>
              <a:rPr lang="en-US" sz="2000" dirty="0"/>
              <a:t>To visualize insights through </a:t>
            </a:r>
            <a:r>
              <a:rPr lang="en-US" sz="2000" b="1" dirty="0"/>
              <a:t>interactive dashboards and charts</a:t>
            </a:r>
            <a:r>
              <a:rPr lang="en-US" sz="2000" dirty="0"/>
              <a:t> for better interpretation</a:t>
            </a:r>
            <a:r>
              <a:rPr lang="en-US" dirty="0"/>
              <a:t>.</a:t>
            </a:r>
          </a:p>
          <a:p>
            <a:endParaRPr lang="en-US" dirty="0"/>
          </a:p>
        </p:txBody>
      </p:sp>
    </p:spTree>
    <p:extLst>
      <p:ext uri="{BB962C8B-B14F-4D97-AF65-F5344CB8AC3E}">
        <p14:creationId xmlns:p14="http://schemas.microsoft.com/office/powerpoint/2010/main" val="13885921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11" grpId="0"/>
      <p:bldP spid="1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72343A-9CB0-F2AD-EF62-5DEE3E97F956}"/>
              </a:ext>
            </a:extLst>
          </p:cNvPr>
          <p:cNvSpPr>
            <a:spLocks noGrp="1"/>
          </p:cNvSpPr>
          <p:nvPr>
            <p:ph type="title"/>
          </p:nvPr>
        </p:nvSpPr>
        <p:spPr>
          <a:xfrm>
            <a:off x="581343" y="775336"/>
            <a:ext cx="7960421" cy="458223"/>
          </a:xfrm>
        </p:spPr>
        <p:txBody>
          <a:bodyPr>
            <a:normAutofit fontScale="90000"/>
          </a:bodyPr>
          <a:lstStyle/>
          <a:p>
            <a:r>
              <a:rPr lang="en-US" dirty="0"/>
              <a:t>Data Overview</a:t>
            </a:r>
          </a:p>
        </p:txBody>
      </p:sp>
      <p:sp>
        <p:nvSpPr>
          <p:cNvPr id="3" name="Content Placeholder 2">
            <a:extLst>
              <a:ext uri="{FF2B5EF4-FFF2-40B4-BE49-F238E27FC236}">
                <a16:creationId xmlns:a16="http://schemas.microsoft.com/office/drawing/2014/main" id="{1C6744DD-5BC8-42C8-4313-13CE95ED575B}"/>
              </a:ext>
            </a:extLst>
          </p:cNvPr>
          <p:cNvSpPr>
            <a:spLocks noGrp="1"/>
          </p:cNvSpPr>
          <p:nvPr>
            <p:ph idx="1"/>
          </p:nvPr>
        </p:nvSpPr>
        <p:spPr/>
        <p:txBody>
          <a:bodyPr>
            <a:normAutofit/>
          </a:bodyPr>
          <a:lstStyle/>
          <a:p>
            <a:pPr marL="0" indent="0">
              <a:buNone/>
            </a:pPr>
            <a:r>
              <a:rPr lang="en-US" sz="2000" b="1" dirty="0"/>
              <a:t>Data Attributes Include:</a:t>
            </a:r>
            <a:endParaRPr lang="en-US" sz="2000" dirty="0"/>
          </a:p>
          <a:p>
            <a:r>
              <a:rPr lang="en-US" dirty="0"/>
              <a:t>Date and Season</a:t>
            </a:r>
          </a:p>
          <a:p>
            <a:r>
              <a:rPr lang="en-US" dirty="0"/>
              <a:t>Temperature, Humidity, and Weather Conditions</a:t>
            </a:r>
          </a:p>
          <a:p>
            <a:r>
              <a:rPr lang="en-US" dirty="0"/>
              <a:t>Rider Type (Casual or Registered)</a:t>
            </a:r>
          </a:p>
          <a:p>
            <a:r>
              <a:rPr lang="en-US" dirty="0"/>
              <a:t>Count of Total Rides per Day</a:t>
            </a:r>
          </a:p>
          <a:p>
            <a:r>
              <a:rPr lang="en-US" dirty="0"/>
              <a:t>Day of the Week and Holiday Indicator</a:t>
            </a:r>
          </a:p>
        </p:txBody>
      </p:sp>
    </p:spTree>
    <p:extLst>
      <p:ext uri="{BB962C8B-B14F-4D97-AF65-F5344CB8AC3E}">
        <p14:creationId xmlns:p14="http://schemas.microsoft.com/office/powerpoint/2010/main" val="6528417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3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3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3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3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3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3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0EBC20-BE3C-55FD-F2FD-A71E348D6CD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6958E7-0C8F-A7E0-C44C-3C0CBBB1C6DF}"/>
              </a:ext>
            </a:extLst>
          </p:cNvPr>
          <p:cNvSpPr>
            <a:spLocks noGrp="1"/>
          </p:cNvSpPr>
          <p:nvPr>
            <p:ph type="title"/>
          </p:nvPr>
        </p:nvSpPr>
        <p:spPr>
          <a:xfrm>
            <a:off x="581343" y="775336"/>
            <a:ext cx="7960421" cy="458223"/>
          </a:xfrm>
        </p:spPr>
        <p:txBody>
          <a:bodyPr>
            <a:normAutofit fontScale="90000"/>
          </a:bodyPr>
          <a:lstStyle/>
          <a:p>
            <a:r>
              <a:rPr lang="en-US" dirty="0"/>
              <a:t>Methodology &amp; Approach</a:t>
            </a:r>
          </a:p>
        </p:txBody>
      </p:sp>
      <p:sp>
        <p:nvSpPr>
          <p:cNvPr id="3" name="Content Placeholder 2">
            <a:extLst>
              <a:ext uri="{FF2B5EF4-FFF2-40B4-BE49-F238E27FC236}">
                <a16:creationId xmlns:a16="http://schemas.microsoft.com/office/drawing/2014/main" id="{F2E3202B-FA0E-7171-BF44-CA86D204A73B}"/>
              </a:ext>
            </a:extLst>
          </p:cNvPr>
          <p:cNvSpPr>
            <a:spLocks noGrp="1"/>
          </p:cNvSpPr>
          <p:nvPr>
            <p:ph idx="1"/>
          </p:nvPr>
        </p:nvSpPr>
        <p:spPr>
          <a:xfrm>
            <a:off x="581343" y="2103039"/>
            <a:ext cx="10971560" cy="3979625"/>
          </a:xfrm>
        </p:spPr>
        <p:txBody>
          <a:bodyPr>
            <a:normAutofit/>
          </a:bodyPr>
          <a:lstStyle/>
          <a:p>
            <a:pPr marL="285750" indent="-285750" algn="just"/>
            <a:r>
              <a:rPr lang="en-US" sz="2000" b="1" dirty="0"/>
              <a:t>Data Cleaning &amp; Preparation:</a:t>
            </a:r>
            <a:r>
              <a:rPr lang="en-US" sz="2000" dirty="0"/>
              <a:t> Removed duplicates, handled missing values, and standardized column names.</a:t>
            </a:r>
          </a:p>
          <a:p>
            <a:pPr marL="285750" indent="-285750" algn="just"/>
            <a:r>
              <a:rPr lang="en-US" sz="2000" b="1" dirty="0"/>
              <a:t>Data Merging:</a:t>
            </a:r>
            <a:r>
              <a:rPr lang="en-US" sz="2000" dirty="0"/>
              <a:t> Combined multiple datasets to form a single consolidated view.</a:t>
            </a:r>
          </a:p>
          <a:p>
            <a:pPr marL="285750" indent="-285750" algn="just"/>
            <a:r>
              <a:rPr lang="en-US" sz="2000" b="1" dirty="0"/>
              <a:t>Pivot Table Analysis:</a:t>
            </a:r>
            <a:r>
              <a:rPr lang="en-US" sz="2000" dirty="0"/>
              <a:t> Explored relationships between variables such as weather, weekday, and user type.</a:t>
            </a:r>
          </a:p>
          <a:p>
            <a:pPr marL="285750" indent="-285750" algn="just"/>
            <a:r>
              <a:rPr lang="en-US" sz="2000" b="1" dirty="0"/>
              <a:t>Visualization:</a:t>
            </a:r>
            <a:r>
              <a:rPr lang="en-US" sz="2000" dirty="0"/>
              <a:t> Created charts to highlight trends in user behavior, temperature patterns, and seasonal changes.</a:t>
            </a:r>
          </a:p>
          <a:p>
            <a:pPr marL="285750" indent="-285750" algn="just"/>
            <a:r>
              <a:rPr lang="en-US" sz="2000" b="1" dirty="0"/>
              <a:t>Dashboard Creation:</a:t>
            </a:r>
            <a:r>
              <a:rPr lang="en-US" sz="2000" dirty="0"/>
              <a:t> Designed an interactive Excel dashboard summarizing the complete analysis.</a:t>
            </a:r>
          </a:p>
          <a:p>
            <a:endParaRPr lang="en-US" dirty="0"/>
          </a:p>
        </p:txBody>
      </p:sp>
    </p:spTree>
    <p:extLst>
      <p:ext uri="{BB962C8B-B14F-4D97-AF65-F5344CB8AC3E}">
        <p14:creationId xmlns:p14="http://schemas.microsoft.com/office/powerpoint/2010/main" val="17140458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9C9C91-0C5E-CFF3-6510-BA74F995EB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99180F-E699-FC7E-CA98-90E2216BF23E}"/>
              </a:ext>
            </a:extLst>
          </p:cNvPr>
          <p:cNvSpPr>
            <a:spLocks noGrp="1"/>
          </p:cNvSpPr>
          <p:nvPr>
            <p:ph type="title"/>
          </p:nvPr>
        </p:nvSpPr>
        <p:spPr>
          <a:xfrm>
            <a:off x="581342" y="280219"/>
            <a:ext cx="10873238" cy="458223"/>
          </a:xfrm>
        </p:spPr>
        <p:txBody>
          <a:bodyPr>
            <a:normAutofit fontScale="90000"/>
          </a:bodyPr>
          <a:lstStyle/>
          <a:p>
            <a:r>
              <a:rPr lang="en-US" dirty="0"/>
              <a:t>Casual vs Registered Riders Overall Comparison</a:t>
            </a:r>
          </a:p>
        </p:txBody>
      </p:sp>
      <p:sp>
        <p:nvSpPr>
          <p:cNvPr id="8" name="Content Placeholder 7">
            <a:extLst>
              <a:ext uri="{FF2B5EF4-FFF2-40B4-BE49-F238E27FC236}">
                <a16:creationId xmlns:a16="http://schemas.microsoft.com/office/drawing/2014/main" id="{C31C6469-9D22-9325-FC6D-6252DD2FDEE8}"/>
              </a:ext>
            </a:extLst>
          </p:cNvPr>
          <p:cNvSpPr>
            <a:spLocks noGrp="1"/>
          </p:cNvSpPr>
          <p:nvPr>
            <p:ph idx="1"/>
          </p:nvPr>
        </p:nvSpPr>
        <p:spPr>
          <a:xfrm>
            <a:off x="581342" y="1012723"/>
            <a:ext cx="10873237" cy="5565058"/>
          </a:xfrm>
        </p:spPr>
        <p:txBody>
          <a:bodyPr/>
          <a:lstStyle/>
          <a:p>
            <a:pPr marL="0" indent="0">
              <a:buNone/>
            </a:pPr>
            <a:r>
              <a:rPr lang="en-US" sz="2000" dirty="0"/>
              <a:t>The analysis shows a clear distinction between casual and registered riders in terms of usage frequency, purpose, and timing.</a:t>
            </a:r>
            <a:br>
              <a:rPr lang="en-US" sz="2000" dirty="0"/>
            </a:br>
            <a:br>
              <a:rPr lang="en-US" sz="2000" dirty="0"/>
            </a:br>
            <a:r>
              <a:rPr lang="en-US" b="1" dirty="0"/>
              <a:t>Registered Riders:</a:t>
            </a:r>
            <a:endParaRPr lang="en-US" dirty="0"/>
          </a:p>
          <a:p>
            <a:pPr marL="0" indent="0">
              <a:buNone/>
            </a:pPr>
            <a:r>
              <a:rPr lang="en-US" dirty="0"/>
              <a:t>Use bikes consistently throughout the week.</a:t>
            </a:r>
            <a:br>
              <a:rPr lang="en-US" dirty="0"/>
            </a:br>
            <a:r>
              <a:rPr lang="en-US" dirty="0"/>
              <a:t>Primarily rely on the service for daily commuting.</a:t>
            </a:r>
            <a:br>
              <a:rPr lang="en-US" dirty="0"/>
            </a:br>
            <a:r>
              <a:rPr lang="en-US" dirty="0"/>
              <a:t>Show minimal fluctuation in ride count despite weather variations.</a:t>
            </a:r>
          </a:p>
          <a:p>
            <a:pPr marL="0" indent="0">
              <a:buNone/>
            </a:pPr>
            <a:r>
              <a:rPr lang="en-US" b="1" dirty="0"/>
              <a:t>Casual Riders:</a:t>
            </a:r>
            <a:endParaRPr lang="en-US" dirty="0"/>
          </a:p>
          <a:p>
            <a:pPr marL="0" indent="0">
              <a:buNone/>
            </a:pPr>
            <a:r>
              <a:rPr lang="en-US" dirty="0"/>
              <a:t>Prefer riding on weekends, holidays, and during good weather.</a:t>
            </a:r>
            <a:br>
              <a:rPr lang="en-US" dirty="0"/>
            </a:br>
            <a:r>
              <a:rPr lang="en-US" dirty="0"/>
              <a:t>Their riding behavior is seasonal and leisure-driven.</a:t>
            </a:r>
            <a:br>
              <a:rPr lang="en-US" dirty="0"/>
            </a:br>
            <a:r>
              <a:rPr lang="en-US" dirty="0"/>
              <a:t>Display sharp variations based on temperature and day type.</a:t>
            </a:r>
          </a:p>
          <a:p>
            <a:pPr marL="0" indent="0">
              <a:buNone/>
            </a:pPr>
            <a:r>
              <a:rPr lang="en-US" b="1" dirty="0"/>
              <a:t>Observation:</a:t>
            </a:r>
            <a:br>
              <a:rPr lang="en-US" dirty="0"/>
            </a:br>
            <a:r>
              <a:rPr lang="en-US" dirty="0"/>
              <a:t>Registered riders contribute to a stable user base, whereas casual riders drive peak loads during weekends and favorable weather, creating an opportunity for dynamic resource planning</a:t>
            </a:r>
          </a:p>
        </p:txBody>
      </p:sp>
    </p:spTree>
    <p:extLst>
      <p:ext uri="{BB962C8B-B14F-4D97-AF65-F5344CB8AC3E}">
        <p14:creationId xmlns:p14="http://schemas.microsoft.com/office/powerpoint/2010/main" val="19358265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fade">
                                      <p:cBhvr>
                                        <p:cTn id="27" dur="500"/>
                                        <p:tgtEl>
                                          <p:spTgt spid="8">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xEl>
                                              <p:pRg st="4" end="4"/>
                                            </p:txEl>
                                          </p:spTgt>
                                        </p:tgtEl>
                                        <p:attrNameLst>
                                          <p:attrName>style.visibility</p:attrName>
                                        </p:attrNameLst>
                                      </p:cBhvr>
                                      <p:to>
                                        <p:strVal val="visible"/>
                                      </p:to>
                                    </p:set>
                                    <p:animEffect transition="in" filter="fade">
                                      <p:cBhvr>
                                        <p:cTn id="32" dur="500"/>
                                        <p:tgtEl>
                                          <p:spTgt spid="8">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6C3AC2-27A4-FE81-7173-AB36FAED98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0B085A-7AB0-3FF9-4ACD-75DEAAF98532}"/>
              </a:ext>
            </a:extLst>
          </p:cNvPr>
          <p:cNvSpPr>
            <a:spLocks noGrp="1"/>
          </p:cNvSpPr>
          <p:nvPr>
            <p:ph type="title"/>
          </p:nvPr>
        </p:nvSpPr>
        <p:spPr>
          <a:xfrm>
            <a:off x="581342" y="280219"/>
            <a:ext cx="10873238" cy="458223"/>
          </a:xfrm>
        </p:spPr>
        <p:txBody>
          <a:bodyPr>
            <a:normAutofit fontScale="90000"/>
          </a:bodyPr>
          <a:lstStyle/>
          <a:p>
            <a:r>
              <a:rPr lang="en-US" dirty="0"/>
              <a:t>Daily Usage Pattern</a:t>
            </a:r>
          </a:p>
        </p:txBody>
      </p:sp>
      <p:sp>
        <p:nvSpPr>
          <p:cNvPr id="8" name="Content Placeholder 7">
            <a:extLst>
              <a:ext uri="{FF2B5EF4-FFF2-40B4-BE49-F238E27FC236}">
                <a16:creationId xmlns:a16="http://schemas.microsoft.com/office/drawing/2014/main" id="{2F69D666-15E1-A3CA-C1FE-7DDAEE597C3A}"/>
              </a:ext>
            </a:extLst>
          </p:cNvPr>
          <p:cNvSpPr>
            <a:spLocks noGrp="1"/>
          </p:cNvSpPr>
          <p:nvPr>
            <p:ph idx="1"/>
          </p:nvPr>
        </p:nvSpPr>
        <p:spPr>
          <a:xfrm>
            <a:off x="581342" y="1396181"/>
            <a:ext cx="10873237" cy="5181600"/>
          </a:xfrm>
        </p:spPr>
        <p:txBody>
          <a:bodyPr/>
          <a:lstStyle/>
          <a:p>
            <a:pPr marL="0" indent="0">
              <a:buNone/>
            </a:pPr>
            <a:r>
              <a:rPr lang="en-US" sz="2400" dirty="0"/>
              <a:t>How Riding Behavior Changes by Day</a:t>
            </a:r>
            <a:br>
              <a:rPr lang="en-US" sz="2000" dirty="0"/>
            </a:br>
            <a:br>
              <a:rPr lang="en-US" sz="2000" dirty="0"/>
            </a:br>
            <a:br>
              <a:rPr lang="en-US" sz="2000" dirty="0"/>
            </a:br>
            <a:r>
              <a:rPr lang="en-US" dirty="0"/>
              <a:t>The analysis of daily bike rentals revealed clear behavioral patterns across weekdays. Registered riders tend to use the service consistently throughout the week, primarily for commuting purposes. In contrast, casual riders show a sharp rise in activity on weekends, indicating more recreational usage.</a:t>
            </a:r>
            <a:r>
              <a:rPr lang="en-US" b="1" dirty="0"/>
              <a:t> </a:t>
            </a:r>
            <a:br>
              <a:rPr lang="en-US" b="1" dirty="0"/>
            </a:br>
            <a:br>
              <a:rPr lang="en-US" b="1" dirty="0"/>
            </a:br>
            <a:r>
              <a:rPr lang="en-US" b="1" dirty="0"/>
              <a:t>Highest usage:</a:t>
            </a:r>
            <a:r>
              <a:rPr lang="en-US" dirty="0"/>
              <a:t> Saturday and Sunday</a:t>
            </a:r>
            <a:br>
              <a:rPr lang="en-US" dirty="0"/>
            </a:br>
            <a:r>
              <a:rPr lang="en-US" b="1" dirty="0"/>
              <a:t>Lowest usage:</a:t>
            </a:r>
            <a:r>
              <a:rPr lang="en-US" dirty="0"/>
              <a:t> Monday</a:t>
            </a:r>
            <a:br>
              <a:rPr lang="en-US" dirty="0"/>
            </a:br>
            <a:r>
              <a:rPr lang="en-US" b="1" dirty="0"/>
              <a:t>Observation:</a:t>
            </a:r>
            <a:r>
              <a:rPr lang="en-US" dirty="0"/>
              <a:t> Casual users prefer leisure rides during weekends, while registered users rely on weekday commutes.</a:t>
            </a:r>
            <a:br>
              <a:rPr lang="en-US" dirty="0"/>
            </a:br>
            <a:endParaRPr lang="en-US" dirty="0"/>
          </a:p>
        </p:txBody>
      </p:sp>
    </p:spTree>
    <p:extLst>
      <p:ext uri="{BB962C8B-B14F-4D97-AF65-F5344CB8AC3E}">
        <p14:creationId xmlns:p14="http://schemas.microsoft.com/office/powerpoint/2010/main" val="41123069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876F02-08BA-54CA-1BEF-75C653AC46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06F9E2F-D536-6FB7-28C5-577E83C38E77}"/>
              </a:ext>
            </a:extLst>
          </p:cNvPr>
          <p:cNvSpPr>
            <a:spLocks noGrp="1"/>
          </p:cNvSpPr>
          <p:nvPr>
            <p:ph type="title"/>
          </p:nvPr>
        </p:nvSpPr>
        <p:spPr>
          <a:xfrm>
            <a:off x="581342" y="280219"/>
            <a:ext cx="10873238" cy="458223"/>
          </a:xfrm>
        </p:spPr>
        <p:txBody>
          <a:bodyPr>
            <a:normAutofit fontScale="90000"/>
          </a:bodyPr>
          <a:lstStyle/>
          <a:p>
            <a:r>
              <a:rPr lang="en-US" dirty="0"/>
              <a:t>Weekend vs. Weekday Analysis</a:t>
            </a:r>
          </a:p>
        </p:txBody>
      </p:sp>
      <p:sp>
        <p:nvSpPr>
          <p:cNvPr id="8" name="Content Placeholder 7">
            <a:extLst>
              <a:ext uri="{FF2B5EF4-FFF2-40B4-BE49-F238E27FC236}">
                <a16:creationId xmlns:a16="http://schemas.microsoft.com/office/drawing/2014/main" id="{96358E43-F6A5-68D8-7082-3845F6A92B87}"/>
              </a:ext>
            </a:extLst>
          </p:cNvPr>
          <p:cNvSpPr>
            <a:spLocks noGrp="1"/>
          </p:cNvSpPr>
          <p:nvPr>
            <p:ph idx="1"/>
          </p:nvPr>
        </p:nvSpPr>
        <p:spPr>
          <a:xfrm>
            <a:off x="581342" y="1012723"/>
            <a:ext cx="10873237" cy="5565058"/>
          </a:xfrm>
        </p:spPr>
        <p:txBody>
          <a:bodyPr/>
          <a:lstStyle/>
          <a:p>
            <a:pPr marL="0" indent="0">
              <a:buNone/>
            </a:pPr>
            <a:br>
              <a:rPr lang="en-US" sz="2000" dirty="0"/>
            </a:br>
            <a:r>
              <a:rPr lang="en-US" b="1" dirty="0"/>
              <a:t>Weekend vs. Weekday Usage Comparison</a:t>
            </a:r>
            <a:br>
              <a:rPr lang="en-US" b="1" dirty="0"/>
            </a:br>
            <a:br>
              <a:rPr lang="en-US" dirty="0"/>
            </a:br>
            <a:r>
              <a:rPr lang="en-US" dirty="0"/>
              <a:t>When comparing total rides on weekends versus weekdays, weekends consistently show a higher count of casual rides, while registered rides remain steady. This highlights the difference between leisure-oriented and utility-oriented users.</a:t>
            </a:r>
          </a:p>
          <a:p>
            <a:pPr marL="0" indent="0">
              <a:buNone/>
            </a:pPr>
            <a:r>
              <a:rPr lang="en-US" b="1" dirty="0"/>
              <a:t>Weekend total rides:</a:t>
            </a:r>
            <a:r>
              <a:rPr lang="en-US" dirty="0"/>
              <a:t> Significantly higher for casual riders</a:t>
            </a:r>
            <a:br>
              <a:rPr lang="en-US" dirty="0"/>
            </a:br>
            <a:r>
              <a:rPr lang="en-US" b="1" dirty="0"/>
              <a:t>Weekday total rides:</a:t>
            </a:r>
            <a:r>
              <a:rPr lang="en-US" dirty="0"/>
              <a:t> Dominated by registered riders</a:t>
            </a:r>
          </a:p>
          <a:p>
            <a:pPr marL="0" indent="0">
              <a:buNone/>
            </a:pPr>
            <a:r>
              <a:rPr lang="en-US" b="1" dirty="0"/>
              <a:t>Insight:</a:t>
            </a:r>
            <a:r>
              <a:rPr lang="en-US" dirty="0"/>
              <a:t> Marketing and promotions should target casual riders during weekends to maximize engagement.</a:t>
            </a:r>
          </a:p>
        </p:txBody>
      </p:sp>
    </p:spTree>
    <p:extLst>
      <p:ext uri="{BB962C8B-B14F-4D97-AF65-F5344CB8AC3E}">
        <p14:creationId xmlns:p14="http://schemas.microsoft.com/office/powerpoint/2010/main" val="6093898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032CCF-D753-2410-3BF0-4FC7F1C94F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0A18A-95CD-BB1A-413D-96C057C3A9CD}"/>
              </a:ext>
            </a:extLst>
          </p:cNvPr>
          <p:cNvSpPr>
            <a:spLocks noGrp="1"/>
          </p:cNvSpPr>
          <p:nvPr>
            <p:ph type="title"/>
          </p:nvPr>
        </p:nvSpPr>
        <p:spPr>
          <a:xfrm>
            <a:off x="581342" y="280219"/>
            <a:ext cx="10873238" cy="458223"/>
          </a:xfrm>
        </p:spPr>
        <p:txBody>
          <a:bodyPr>
            <a:normAutofit fontScale="90000"/>
          </a:bodyPr>
          <a:lstStyle/>
          <a:p>
            <a:r>
              <a:rPr lang="en-US" dirty="0"/>
              <a:t>Weather Impact on Bike Usage</a:t>
            </a:r>
          </a:p>
        </p:txBody>
      </p:sp>
      <p:sp>
        <p:nvSpPr>
          <p:cNvPr id="8" name="Content Placeholder 7">
            <a:extLst>
              <a:ext uri="{FF2B5EF4-FFF2-40B4-BE49-F238E27FC236}">
                <a16:creationId xmlns:a16="http://schemas.microsoft.com/office/drawing/2014/main" id="{7083B0E0-2E44-D2E4-EC86-8CDD7178C713}"/>
              </a:ext>
            </a:extLst>
          </p:cNvPr>
          <p:cNvSpPr>
            <a:spLocks noGrp="1"/>
          </p:cNvSpPr>
          <p:nvPr>
            <p:ph idx="1"/>
          </p:nvPr>
        </p:nvSpPr>
        <p:spPr>
          <a:xfrm>
            <a:off x="581342" y="1012723"/>
            <a:ext cx="10873237" cy="5565058"/>
          </a:xfrm>
        </p:spPr>
        <p:txBody>
          <a:bodyPr/>
          <a:lstStyle/>
          <a:p>
            <a:pPr marL="0" indent="0">
              <a:buNone/>
            </a:pPr>
            <a:r>
              <a:rPr lang="en-US" sz="2000" dirty="0"/>
              <a:t>Weather Conditions and Their Impact on Ride Volume</a:t>
            </a:r>
            <a:br>
              <a:rPr lang="en-US" sz="2000" dirty="0"/>
            </a:br>
            <a:br>
              <a:rPr lang="en-US" sz="2000" dirty="0"/>
            </a:br>
            <a:br>
              <a:rPr lang="en-US" sz="2000" dirty="0"/>
            </a:br>
            <a:r>
              <a:rPr lang="en-US" dirty="0"/>
              <a:t>Weather plays a crucial role in influencing ridership. Clear or mildly cloudy weather attracts the maximum number of rides, whereas poor weather such as heavy rain or fog drastically reduces both casual and registered user activity.</a:t>
            </a:r>
          </a:p>
          <a:p>
            <a:pPr marL="0" indent="0">
              <a:buNone/>
            </a:pPr>
            <a:r>
              <a:rPr lang="en-US" b="1" dirty="0"/>
              <a:t>Ideal conditions:</a:t>
            </a:r>
            <a:r>
              <a:rPr lang="en-US" dirty="0"/>
              <a:t> Clear weather with moderate temperature</a:t>
            </a:r>
          </a:p>
          <a:p>
            <a:pPr marL="0" indent="0">
              <a:buNone/>
            </a:pPr>
            <a:r>
              <a:rPr lang="en-US" b="1" dirty="0"/>
              <a:t>Least favorable:</a:t>
            </a:r>
            <a:r>
              <a:rPr lang="en-US" dirty="0"/>
              <a:t> Stormy or misty days</a:t>
            </a:r>
            <a:br>
              <a:rPr lang="en-US" dirty="0"/>
            </a:br>
            <a:br>
              <a:rPr lang="en-US" dirty="0"/>
            </a:br>
            <a:r>
              <a:rPr lang="en-US" b="1" dirty="0"/>
              <a:t>Observation:</a:t>
            </a:r>
            <a:r>
              <a:rPr lang="en-US" dirty="0"/>
              <a:t> Casual riders are more sensitive to weather changes compared to registered ones.</a:t>
            </a:r>
          </a:p>
          <a:p>
            <a:pPr marL="0" indent="0">
              <a:buNone/>
            </a:pPr>
            <a:br>
              <a:rPr lang="en-US" dirty="0"/>
            </a:br>
            <a:endParaRPr lang="en-US" dirty="0"/>
          </a:p>
        </p:txBody>
      </p:sp>
    </p:spTree>
    <p:extLst>
      <p:ext uri="{BB962C8B-B14F-4D97-AF65-F5344CB8AC3E}">
        <p14:creationId xmlns:p14="http://schemas.microsoft.com/office/powerpoint/2010/main" val="10483723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3" end="3"/>
                                            </p:txEl>
                                          </p:spTgt>
                                        </p:tgtEl>
                                        <p:attrNameLst>
                                          <p:attrName>style.visibility</p:attrName>
                                        </p:attrNameLst>
                                      </p:cBhvr>
                                      <p:to>
                                        <p:strVal val="visible"/>
                                      </p:to>
                                    </p:set>
                                    <p:animEffect transition="in" filter="fade">
                                      <p:cBhvr>
                                        <p:cTn id="27"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380A4C-521B-515B-C3BA-9EE432BEDDA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1ECE5E-193A-7707-9AC8-E828EB557DEF}"/>
              </a:ext>
            </a:extLst>
          </p:cNvPr>
          <p:cNvSpPr>
            <a:spLocks noGrp="1"/>
          </p:cNvSpPr>
          <p:nvPr>
            <p:ph type="title"/>
          </p:nvPr>
        </p:nvSpPr>
        <p:spPr>
          <a:xfrm>
            <a:off x="581342" y="280219"/>
            <a:ext cx="10873238" cy="458223"/>
          </a:xfrm>
        </p:spPr>
        <p:txBody>
          <a:bodyPr>
            <a:normAutofit fontScale="90000"/>
          </a:bodyPr>
          <a:lstStyle/>
          <a:p>
            <a:r>
              <a:rPr lang="en-US" dirty="0"/>
              <a:t>Preferred Riding Conditions</a:t>
            </a:r>
          </a:p>
        </p:txBody>
      </p:sp>
      <p:sp>
        <p:nvSpPr>
          <p:cNvPr id="8" name="Content Placeholder 7">
            <a:extLst>
              <a:ext uri="{FF2B5EF4-FFF2-40B4-BE49-F238E27FC236}">
                <a16:creationId xmlns:a16="http://schemas.microsoft.com/office/drawing/2014/main" id="{7A85D3F9-CEB4-9103-1DDC-C6D8AE0F0C0D}"/>
              </a:ext>
            </a:extLst>
          </p:cNvPr>
          <p:cNvSpPr>
            <a:spLocks noGrp="1"/>
          </p:cNvSpPr>
          <p:nvPr>
            <p:ph idx="1"/>
          </p:nvPr>
        </p:nvSpPr>
        <p:spPr>
          <a:xfrm>
            <a:off x="581342" y="1317523"/>
            <a:ext cx="10873237" cy="5260258"/>
          </a:xfrm>
        </p:spPr>
        <p:txBody>
          <a:bodyPr/>
          <a:lstStyle/>
          <a:p>
            <a:pPr marL="0" indent="0">
              <a:buNone/>
            </a:pPr>
            <a:r>
              <a:rPr lang="en-US" sz="2400" dirty="0"/>
              <a:t>Most Preferred Temperature and Climate Range</a:t>
            </a:r>
            <a:br>
              <a:rPr lang="en-US" sz="2000" dirty="0"/>
            </a:br>
            <a:br>
              <a:rPr lang="en-US" sz="2000" dirty="0"/>
            </a:br>
            <a:br>
              <a:rPr lang="en-US" sz="2000" dirty="0"/>
            </a:br>
            <a:r>
              <a:rPr lang="en-US" dirty="0"/>
              <a:t>The data shows that most rides occur when the temperature is between </a:t>
            </a:r>
            <a:r>
              <a:rPr lang="en-US" b="1" dirty="0"/>
              <a:t>20°C and 25°C</a:t>
            </a:r>
            <a:r>
              <a:rPr lang="en-US" dirty="0"/>
              <a:t> — a comfortable range for both casual and registered riders. Registered users maintain stable participation even outside this range, while casual riders drop significantly in extreme temperatures</a:t>
            </a:r>
          </a:p>
          <a:p>
            <a:pPr marL="0" indent="0">
              <a:buNone/>
            </a:pPr>
            <a:r>
              <a:rPr lang="en-US" b="1" dirty="0"/>
              <a:t>Temperature sweet spot:</a:t>
            </a:r>
            <a:r>
              <a:rPr lang="en-US" dirty="0"/>
              <a:t> 20°C – 25°C</a:t>
            </a:r>
          </a:p>
          <a:p>
            <a:pPr marL="0" indent="0">
              <a:buNone/>
            </a:pPr>
            <a:r>
              <a:rPr lang="en-US" b="1" dirty="0"/>
              <a:t>Humidity preference:</a:t>
            </a:r>
            <a:r>
              <a:rPr lang="en-US" dirty="0"/>
              <a:t> Moderate (40–60%)</a:t>
            </a:r>
            <a:br>
              <a:rPr lang="en-US" dirty="0"/>
            </a:br>
            <a:br>
              <a:rPr lang="en-US" dirty="0"/>
            </a:br>
            <a:r>
              <a:rPr lang="en-US" b="1" dirty="0"/>
              <a:t>Key Takeaway:</a:t>
            </a:r>
            <a:r>
              <a:rPr lang="en-US" dirty="0"/>
              <a:t> Pleasant, dry weather conditions boost overall rentals.</a:t>
            </a:r>
            <a:br>
              <a:rPr lang="en-US" dirty="0"/>
            </a:br>
            <a:endParaRPr lang="en-US" dirty="0"/>
          </a:p>
        </p:txBody>
      </p:sp>
    </p:spTree>
    <p:extLst>
      <p:ext uri="{BB962C8B-B14F-4D97-AF65-F5344CB8AC3E}">
        <p14:creationId xmlns:p14="http://schemas.microsoft.com/office/powerpoint/2010/main" val="11076244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CB259-3A35-6417-6F88-AEE3490584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D903440-73B2-BDE8-DDB2-0B9C4E42DF7A}"/>
              </a:ext>
            </a:extLst>
          </p:cNvPr>
          <p:cNvSpPr>
            <a:spLocks noGrp="1"/>
          </p:cNvSpPr>
          <p:nvPr>
            <p:ph type="title"/>
          </p:nvPr>
        </p:nvSpPr>
        <p:spPr>
          <a:xfrm>
            <a:off x="581342" y="280219"/>
            <a:ext cx="10873238" cy="458223"/>
          </a:xfrm>
        </p:spPr>
        <p:txBody>
          <a:bodyPr>
            <a:normAutofit fontScale="90000"/>
          </a:bodyPr>
          <a:lstStyle/>
          <a:p>
            <a:r>
              <a:rPr lang="en-US" dirty="0"/>
              <a:t>Holiday vs. Non-Holiday Rides</a:t>
            </a:r>
          </a:p>
        </p:txBody>
      </p:sp>
      <p:sp>
        <p:nvSpPr>
          <p:cNvPr id="8" name="Content Placeholder 7">
            <a:extLst>
              <a:ext uri="{FF2B5EF4-FFF2-40B4-BE49-F238E27FC236}">
                <a16:creationId xmlns:a16="http://schemas.microsoft.com/office/drawing/2014/main" id="{1EBA617B-3132-F231-C6AC-B6CE9FD02516}"/>
              </a:ext>
            </a:extLst>
          </p:cNvPr>
          <p:cNvSpPr>
            <a:spLocks noGrp="1"/>
          </p:cNvSpPr>
          <p:nvPr>
            <p:ph idx="1"/>
          </p:nvPr>
        </p:nvSpPr>
        <p:spPr>
          <a:xfrm>
            <a:off x="581342" y="1012723"/>
            <a:ext cx="10873237" cy="5565058"/>
          </a:xfrm>
        </p:spPr>
        <p:txBody>
          <a:bodyPr/>
          <a:lstStyle/>
          <a:p>
            <a:pPr marL="0" indent="0">
              <a:buNone/>
            </a:pPr>
            <a:r>
              <a:rPr lang="en-US" sz="2000" dirty="0"/>
              <a:t>Riding Behavior on Holidays vs. Regular Days</a:t>
            </a:r>
            <a:br>
              <a:rPr lang="en-US" sz="2000" dirty="0"/>
            </a:br>
            <a:br>
              <a:rPr lang="en-US" sz="2000" dirty="0"/>
            </a:br>
            <a:br>
              <a:rPr lang="en-US" sz="2000" dirty="0"/>
            </a:br>
            <a:r>
              <a:rPr lang="en-US" dirty="0"/>
              <a:t>Holidays significantly impact ridership patterns. Casual riders show a dramatic increase during festive and public holidays, while registered users display minimal variation. This suggests that casual riders primarily associate biking with leisure and free time.</a:t>
            </a:r>
          </a:p>
          <a:p>
            <a:pPr marL="0" indent="0">
              <a:buNone/>
            </a:pPr>
            <a:r>
              <a:rPr lang="en-US" b="1" dirty="0"/>
              <a:t>Casual rider increase:</a:t>
            </a:r>
            <a:r>
              <a:rPr lang="en-US" dirty="0"/>
              <a:t> +30% to +40% on holidays</a:t>
            </a:r>
          </a:p>
          <a:p>
            <a:pPr marL="0" indent="0">
              <a:buNone/>
            </a:pPr>
            <a:r>
              <a:rPr lang="en-US" b="1" dirty="0"/>
              <a:t>Registered rider stability:</a:t>
            </a:r>
            <a:r>
              <a:rPr lang="en-US" dirty="0"/>
              <a:t> Marginal change observed</a:t>
            </a:r>
            <a:br>
              <a:rPr lang="en-US" dirty="0"/>
            </a:br>
            <a:br>
              <a:rPr lang="en-US" dirty="0"/>
            </a:br>
            <a:r>
              <a:rPr lang="en-US" b="1" dirty="0"/>
              <a:t>Insight:</a:t>
            </a:r>
            <a:r>
              <a:rPr lang="en-US" dirty="0"/>
              <a:t> Special holiday offers or extended rental hours could increase platform usage further.</a:t>
            </a:r>
            <a:br>
              <a:rPr lang="en-US" dirty="0"/>
            </a:br>
            <a:endParaRPr lang="en-US" dirty="0"/>
          </a:p>
        </p:txBody>
      </p:sp>
    </p:spTree>
    <p:extLst>
      <p:ext uri="{BB962C8B-B14F-4D97-AF65-F5344CB8AC3E}">
        <p14:creationId xmlns:p14="http://schemas.microsoft.com/office/powerpoint/2010/main" val="2470384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0" end="0"/>
                                            </p:txEl>
                                          </p:spTgt>
                                        </p:tgtEl>
                                        <p:attrNameLst>
                                          <p:attrName>style.visibility</p:attrName>
                                        </p:attrNameLst>
                                      </p:cBhvr>
                                      <p:to>
                                        <p:strVal val="visible"/>
                                      </p:to>
                                    </p:set>
                                    <p:animEffect transition="in" filter="fade">
                                      <p:cBhvr>
                                        <p:cTn id="12" dur="500"/>
                                        <p:tgtEl>
                                          <p:spTgt spid="8">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1" end="1"/>
                                            </p:txEl>
                                          </p:spTgt>
                                        </p:tgtEl>
                                        <p:attrNameLst>
                                          <p:attrName>style.visibility</p:attrName>
                                        </p:attrNameLst>
                                      </p:cBhvr>
                                      <p:to>
                                        <p:strVal val="visible"/>
                                      </p:to>
                                    </p:set>
                                    <p:animEffect transition="in" filter="fade">
                                      <p:cBhvr>
                                        <p:cTn id="17" dur="500"/>
                                        <p:tgtEl>
                                          <p:spTgt spid="8">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2" end="2"/>
                                            </p:txEl>
                                          </p:spTgt>
                                        </p:tgtEl>
                                        <p:attrNameLst>
                                          <p:attrName>style.visibility</p:attrName>
                                        </p:attrNameLst>
                                      </p:cBhvr>
                                      <p:to>
                                        <p:strVal val="visible"/>
                                      </p:to>
                                    </p:set>
                                    <p:animEffect transition="in" filter="fade">
                                      <p:cBhvr>
                                        <p:cTn id="22" dur="500"/>
                                        <p:tgtEl>
                                          <p:spTgt spid="8">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a:xfrm>
            <a:off x="550863" y="508635"/>
            <a:ext cx="11090274" cy="700733"/>
          </a:xfrm>
        </p:spPr>
        <p:txBody>
          <a:bodyPr/>
          <a:lstStyle/>
          <a:p>
            <a:r>
              <a:rPr lang="en-US" dirty="0"/>
              <a:t>Seasonal Trends</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a:xfrm>
            <a:off x="550863" y="2024754"/>
            <a:ext cx="11090274" cy="3995650"/>
          </a:xfrm>
        </p:spPr>
        <p:txBody>
          <a:bodyPr/>
          <a:lstStyle/>
          <a:p>
            <a:r>
              <a:rPr lang="en-US" dirty="0"/>
              <a:t>The overall ride count varies noticeably across seasons. Summer and autumn record the highest number of rides due to favorable weather and longer daylight hours. Conversely, winter and monsoon seasons show a decline in total ridership due to cold or wet conditions</a:t>
            </a:r>
          </a:p>
          <a:p>
            <a:r>
              <a:rPr lang="en-US" b="1" dirty="0"/>
              <a:t>Peak season:</a:t>
            </a:r>
            <a:r>
              <a:rPr lang="en-US" dirty="0"/>
              <a:t> Summer and Autumn</a:t>
            </a:r>
          </a:p>
          <a:p>
            <a:r>
              <a:rPr lang="en-US" b="1" dirty="0"/>
              <a:t>Off-peak:</a:t>
            </a:r>
            <a:r>
              <a:rPr lang="en-US" dirty="0"/>
              <a:t> Winter and Rainy season</a:t>
            </a:r>
          </a:p>
          <a:p>
            <a:r>
              <a:rPr lang="en-US" b="1" dirty="0"/>
              <a:t>Conclusion:</a:t>
            </a:r>
            <a:r>
              <a:rPr lang="en-US" dirty="0"/>
              <a:t> Seasonality must be considered while planning fleet distribution and promotional campaigns.</a:t>
            </a:r>
          </a:p>
        </p:txBody>
      </p:sp>
      <p:sp>
        <p:nvSpPr>
          <p:cNvPr id="4" name="Content Placeholder 3">
            <a:extLst>
              <a:ext uri="{FF2B5EF4-FFF2-40B4-BE49-F238E27FC236}">
                <a16:creationId xmlns:a16="http://schemas.microsoft.com/office/drawing/2014/main" id="{DF6AA9DA-FAF3-4C3F-E704-7EB95DEA1B09}"/>
              </a:ext>
            </a:extLst>
          </p:cNvPr>
          <p:cNvSpPr>
            <a:spLocks noGrp="1"/>
          </p:cNvSpPr>
          <p:nvPr>
            <p:ph sz="half" idx="13"/>
          </p:nvPr>
        </p:nvSpPr>
        <p:spPr>
          <a:xfrm>
            <a:off x="550863" y="1324021"/>
            <a:ext cx="5435600" cy="700733"/>
          </a:xfrm>
        </p:spPr>
        <p:txBody>
          <a:bodyPr>
            <a:normAutofit/>
          </a:bodyPr>
          <a:lstStyle/>
          <a:p>
            <a:r>
              <a:rPr lang="en-US" sz="2000" dirty="0"/>
              <a:t>Seasonal Variation in Bike Usage</a:t>
            </a:r>
          </a:p>
        </p:txBody>
      </p:sp>
    </p:spTree>
    <p:extLst>
      <p:ext uri="{BB962C8B-B14F-4D97-AF65-F5344CB8AC3E}">
        <p14:creationId xmlns:p14="http://schemas.microsoft.com/office/powerpoint/2010/main" val="2330188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0" end="0"/>
                                            </p:txEl>
                                          </p:spTgt>
                                        </p:tgtEl>
                                        <p:attrNameLst>
                                          <p:attrName>style.visibility</p:attrName>
                                        </p:attrNameLst>
                                      </p:cBhvr>
                                      <p:to>
                                        <p:strVal val="visible"/>
                                      </p:to>
                                    </p:set>
                                    <p:animEffect transition="in" filter="fade">
                                      <p:cBhvr>
                                        <p:cTn id="12" dur="500"/>
                                        <p:tgtEl>
                                          <p:spTgt spid="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1" end="1"/>
                                            </p:txEl>
                                          </p:spTgt>
                                        </p:tgtEl>
                                        <p:attrNameLst>
                                          <p:attrName>style.visibility</p:attrName>
                                        </p:attrNameLst>
                                      </p:cBhvr>
                                      <p:to>
                                        <p:strVal val="visible"/>
                                      </p:to>
                                    </p:set>
                                    <p:animEffect transition="in" filter="fade">
                                      <p:cBhvr>
                                        <p:cTn id="17" dur="500"/>
                                        <p:tgtEl>
                                          <p:spTgt spid="6">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2" end="2"/>
                                            </p:txEl>
                                          </p:spTgt>
                                        </p:tgtEl>
                                        <p:attrNameLst>
                                          <p:attrName>style.visibility</p:attrName>
                                        </p:attrNameLst>
                                      </p:cBhvr>
                                      <p:to>
                                        <p:strVal val="visible"/>
                                      </p:to>
                                    </p:set>
                                    <p:animEffect transition="in" filter="fade">
                                      <p:cBhvr>
                                        <p:cTn id="22" dur="500"/>
                                        <p:tgtEl>
                                          <p:spTgt spid="6">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3" end="3"/>
                                            </p:txEl>
                                          </p:spTgt>
                                        </p:tgtEl>
                                        <p:attrNameLst>
                                          <p:attrName>style.visibility</p:attrName>
                                        </p:attrNameLst>
                                      </p:cBhvr>
                                      <p:to>
                                        <p:strVal val="visible"/>
                                      </p:to>
                                    </p:set>
                                    <p:animEffect transition="in" filter="fade">
                                      <p:cBhvr>
                                        <p:cTn id="27" dur="5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76CC09F-7383-3A4C-555C-35DA0BB4B76E}"/>
              </a:ext>
            </a:extLst>
          </p:cNvPr>
          <p:cNvSpPr>
            <a:spLocks noGrp="1"/>
          </p:cNvSpPr>
          <p:nvPr>
            <p:ph type="title"/>
          </p:nvPr>
        </p:nvSpPr>
        <p:spPr>
          <a:xfrm>
            <a:off x="550863" y="508635"/>
            <a:ext cx="11090274" cy="641739"/>
          </a:xfrm>
        </p:spPr>
        <p:txBody>
          <a:bodyPr/>
          <a:lstStyle/>
          <a:p>
            <a:r>
              <a:rPr lang="en-US" dirty="0"/>
              <a:t>Correlation between Temperature and Humidity</a:t>
            </a:r>
          </a:p>
        </p:txBody>
      </p:sp>
      <p:sp>
        <p:nvSpPr>
          <p:cNvPr id="6" name="Content Placeholder 5">
            <a:extLst>
              <a:ext uri="{FF2B5EF4-FFF2-40B4-BE49-F238E27FC236}">
                <a16:creationId xmlns:a16="http://schemas.microsoft.com/office/drawing/2014/main" id="{9BE7E655-DBBE-1E38-D543-EB34028F2F2B}"/>
              </a:ext>
            </a:extLst>
          </p:cNvPr>
          <p:cNvSpPr>
            <a:spLocks noGrp="1"/>
          </p:cNvSpPr>
          <p:nvPr>
            <p:ph sz="half" idx="1"/>
          </p:nvPr>
        </p:nvSpPr>
        <p:spPr>
          <a:xfrm>
            <a:off x="550863" y="2124037"/>
            <a:ext cx="11090274" cy="4099781"/>
          </a:xfrm>
        </p:spPr>
        <p:txBody>
          <a:bodyPr/>
          <a:lstStyle/>
          <a:p>
            <a:pPr marL="0" lvl="1" indent="0">
              <a:buNone/>
            </a:pPr>
            <a:r>
              <a:rPr lang="en-US" dirty="0"/>
              <a:t>An interesting correlation is observed between temperature, humidity, and the number of rides. As temperature increases up to a certain point, the number of rides also increases. However, when humidity levels exceed 70%, total rides start to decline, irrespective of temperature.</a:t>
            </a:r>
          </a:p>
          <a:p>
            <a:pPr marL="0" lvl="1" indent="0">
              <a:buNone/>
            </a:pPr>
            <a:r>
              <a:rPr lang="en-US" b="1" dirty="0"/>
              <a:t>Optimal humidity range:</a:t>
            </a:r>
            <a:r>
              <a:rPr lang="en-US" dirty="0"/>
              <a:t> 40% – 65%</a:t>
            </a:r>
          </a:p>
          <a:p>
            <a:pPr marL="0" lvl="1" indent="0">
              <a:buNone/>
            </a:pPr>
            <a:r>
              <a:rPr lang="en-US" dirty="0"/>
              <a:t>Extreme humidity (&gt;70%) reduces ride count</a:t>
            </a:r>
          </a:p>
          <a:p>
            <a:pPr marL="0" lvl="1" indent="0">
              <a:buNone/>
            </a:pPr>
            <a:r>
              <a:rPr lang="en-US" b="1" dirty="0"/>
              <a:t>Insight:</a:t>
            </a:r>
            <a:r>
              <a:rPr lang="en-US" dirty="0"/>
              <a:t> Mildly warm and dry conditions drive higher user engagement.</a:t>
            </a:r>
          </a:p>
        </p:txBody>
      </p:sp>
      <p:sp>
        <p:nvSpPr>
          <p:cNvPr id="7" name="Content Placeholder 6">
            <a:extLst>
              <a:ext uri="{FF2B5EF4-FFF2-40B4-BE49-F238E27FC236}">
                <a16:creationId xmlns:a16="http://schemas.microsoft.com/office/drawing/2014/main" id="{845A03A5-6D4D-7072-B3BD-F2DA38CADEB0}"/>
              </a:ext>
            </a:extLst>
          </p:cNvPr>
          <p:cNvSpPr>
            <a:spLocks noGrp="1"/>
          </p:cNvSpPr>
          <p:nvPr>
            <p:ph sz="half" idx="13"/>
          </p:nvPr>
        </p:nvSpPr>
        <p:spPr>
          <a:xfrm>
            <a:off x="660399" y="1477743"/>
            <a:ext cx="10361561" cy="488709"/>
          </a:xfrm>
        </p:spPr>
        <p:txBody>
          <a:bodyPr>
            <a:normAutofit/>
          </a:bodyPr>
          <a:lstStyle/>
          <a:p>
            <a:r>
              <a:rPr lang="en-US" sz="2000" dirty="0"/>
              <a:t>How Temperature and Humidity Influence Rides</a:t>
            </a:r>
          </a:p>
        </p:txBody>
      </p:sp>
    </p:spTree>
    <p:extLst>
      <p:ext uri="{BB962C8B-B14F-4D97-AF65-F5344CB8AC3E}">
        <p14:creationId xmlns:p14="http://schemas.microsoft.com/office/powerpoint/2010/main" val="33534607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400"/>
                                        <p:tgtEl>
                                          <p:spTgt spid="6">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400"/>
                                        <p:tgtEl>
                                          <p:spTgt spid="6">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400"/>
                                        <p:tgtEl>
                                          <p:spTgt spid="6">
                                            <p:txEl>
                                              <p:pRg st="2" end="2"/>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6">
                                            <p:txEl>
                                              <p:pRg st="3" end="3"/>
                                            </p:txEl>
                                          </p:spTgt>
                                        </p:tgtEl>
                                        <p:attrNameLst>
                                          <p:attrName>style.visibility</p:attrName>
                                        </p:attrNameLst>
                                      </p:cBhvr>
                                      <p:to>
                                        <p:strVal val="visible"/>
                                      </p:to>
                                    </p:set>
                                    <p:animEffect transition="in" filter="fade">
                                      <p:cBhvr>
                                        <p:cTn id="26" dur="400"/>
                                        <p:tgtEl>
                                          <p:spTgt spid="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uild="p"/>
      <p:bldP spid="7"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647B1-179F-131F-AE0B-4E162DC10679}"/>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447DFA3D-0974-414F-A0F6-36481BDCC46E}"/>
              </a:ext>
            </a:extLst>
          </p:cNvPr>
          <p:cNvSpPr>
            <a:spLocks noGrp="1"/>
          </p:cNvSpPr>
          <p:nvPr>
            <p:ph type="title"/>
          </p:nvPr>
        </p:nvSpPr>
        <p:spPr>
          <a:xfrm>
            <a:off x="550863" y="508635"/>
            <a:ext cx="11090274" cy="641739"/>
          </a:xfrm>
        </p:spPr>
        <p:txBody>
          <a:bodyPr/>
          <a:lstStyle/>
          <a:p>
            <a:r>
              <a:rPr lang="en-US" dirty="0"/>
              <a:t>Correlation between Temperature and Humidity</a:t>
            </a:r>
          </a:p>
        </p:txBody>
      </p:sp>
      <p:sp>
        <p:nvSpPr>
          <p:cNvPr id="6" name="Content Placeholder 5">
            <a:extLst>
              <a:ext uri="{FF2B5EF4-FFF2-40B4-BE49-F238E27FC236}">
                <a16:creationId xmlns:a16="http://schemas.microsoft.com/office/drawing/2014/main" id="{3986DCA0-80B1-F004-EE9B-7F997AB2D895}"/>
              </a:ext>
            </a:extLst>
          </p:cNvPr>
          <p:cNvSpPr>
            <a:spLocks noGrp="1"/>
          </p:cNvSpPr>
          <p:nvPr>
            <p:ph sz="half" idx="1"/>
          </p:nvPr>
        </p:nvSpPr>
        <p:spPr>
          <a:xfrm>
            <a:off x="550863" y="2293821"/>
            <a:ext cx="11090274" cy="4099781"/>
          </a:xfrm>
        </p:spPr>
        <p:txBody>
          <a:bodyPr/>
          <a:lstStyle/>
          <a:p>
            <a:pPr marL="0" lvl="1" indent="0">
              <a:buNone/>
            </a:pPr>
            <a:r>
              <a:rPr lang="en-US" b="1" dirty="0"/>
              <a:t>Optimal humidity range:</a:t>
            </a:r>
            <a:r>
              <a:rPr lang="en-US" dirty="0"/>
              <a:t> 40% – 65%</a:t>
            </a:r>
          </a:p>
          <a:p>
            <a:pPr marL="0" lvl="1" indent="0">
              <a:buNone/>
            </a:pPr>
            <a:r>
              <a:rPr lang="en-US" dirty="0"/>
              <a:t>Extreme humidity (&gt;70%) reduces ride count</a:t>
            </a:r>
          </a:p>
          <a:p>
            <a:pPr marL="0" lvl="1" indent="0">
              <a:buNone/>
            </a:pPr>
            <a:r>
              <a:rPr lang="en-US" b="1" dirty="0"/>
              <a:t>Insight:</a:t>
            </a:r>
            <a:r>
              <a:rPr lang="en-US" dirty="0"/>
              <a:t> Mildly warm and dry conditions drive higher user engagement.</a:t>
            </a:r>
          </a:p>
        </p:txBody>
      </p:sp>
      <p:sp>
        <p:nvSpPr>
          <p:cNvPr id="7" name="Content Placeholder 6">
            <a:extLst>
              <a:ext uri="{FF2B5EF4-FFF2-40B4-BE49-F238E27FC236}">
                <a16:creationId xmlns:a16="http://schemas.microsoft.com/office/drawing/2014/main" id="{D7BD8139-FF23-6800-7EFE-E073FB4F2B9A}"/>
              </a:ext>
            </a:extLst>
          </p:cNvPr>
          <p:cNvSpPr>
            <a:spLocks noGrp="1"/>
          </p:cNvSpPr>
          <p:nvPr>
            <p:ph sz="half" idx="13"/>
          </p:nvPr>
        </p:nvSpPr>
        <p:spPr>
          <a:xfrm>
            <a:off x="550863" y="1477743"/>
            <a:ext cx="10361561" cy="488709"/>
          </a:xfrm>
        </p:spPr>
        <p:txBody>
          <a:bodyPr>
            <a:normAutofit/>
          </a:bodyPr>
          <a:lstStyle/>
          <a:p>
            <a:r>
              <a:rPr lang="en-US" sz="2400" dirty="0"/>
              <a:t>How Temperature and Humidity Influence Rides</a:t>
            </a:r>
          </a:p>
        </p:txBody>
      </p:sp>
    </p:spTree>
    <p:extLst>
      <p:ext uri="{BB962C8B-B14F-4D97-AF65-F5344CB8AC3E}">
        <p14:creationId xmlns:p14="http://schemas.microsoft.com/office/powerpoint/2010/main" val="253209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1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0" end="0"/>
                                            </p:txEl>
                                          </p:spTgt>
                                        </p:tgtEl>
                                        <p:attrNameLst>
                                          <p:attrName>style.visibility</p:attrName>
                                        </p:attrNameLst>
                                      </p:cBhvr>
                                      <p:to>
                                        <p:strVal val="visible"/>
                                      </p:to>
                                    </p:set>
                                    <p:animEffect transition="in" filter="fade">
                                      <p:cBhvr>
                                        <p:cTn id="17" dur="500"/>
                                        <p:tgtEl>
                                          <p:spTgt spid="6">
                                            <p:txEl>
                                              <p:pRg st="0" end="0"/>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6">
                                            <p:txEl>
                                              <p:pRg st="1" end="1"/>
                                            </p:txEl>
                                          </p:spTgt>
                                        </p:tgtEl>
                                        <p:attrNameLst>
                                          <p:attrName>style.visibility</p:attrName>
                                        </p:attrNameLst>
                                      </p:cBhvr>
                                      <p:to>
                                        <p:strVal val="visible"/>
                                      </p:to>
                                    </p:set>
                                    <p:animEffect transition="in" filter="fade">
                                      <p:cBhvr>
                                        <p:cTn id="20" dur="500"/>
                                        <p:tgtEl>
                                          <p:spTgt spid="6">
                                            <p:txEl>
                                              <p:pRg st="1" end="1"/>
                                            </p:txEl>
                                          </p:spTgt>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fade">
                                      <p:cBhvr>
                                        <p:cTn id="23"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6" grpId="0" build="p"/>
      <p:bldP spid="7"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oup 3">
            <a:extLst>
              <a:ext uri="{FF2B5EF4-FFF2-40B4-BE49-F238E27FC236}">
                <a16:creationId xmlns:a16="http://schemas.microsoft.com/office/drawing/2014/main" id="{21106B59-80B8-CEED-0BCA-BC3F80A85FEA}"/>
              </a:ext>
              <a:ext uri="{C183D7F6-B498-43B3-948B-1728B52AA6E4}">
                <adec:decorative xmlns:adec="http://schemas.microsoft.com/office/drawing/2017/decorative" val="1"/>
              </a:ext>
            </a:extLst>
          </p:cNvPr>
          <p:cNvGrpSpPr/>
          <p:nvPr/>
        </p:nvGrpSpPr>
        <p:grpSpPr>
          <a:xfrm>
            <a:off x="4803321" y="682622"/>
            <a:ext cx="734257" cy="760506"/>
            <a:chOff x="5243759" y="1363788"/>
            <a:chExt cx="734257" cy="760506"/>
          </a:xfrm>
        </p:grpSpPr>
        <p:sp>
          <p:nvSpPr>
            <p:cNvPr id="6" name="Freeform 5">
              <a:extLst>
                <a:ext uri="{FF2B5EF4-FFF2-40B4-BE49-F238E27FC236}">
                  <a16:creationId xmlns:a16="http://schemas.microsoft.com/office/drawing/2014/main" id="{73C2F317-81E4-3678-2FF2-495B3A95470A}"/>
                </a:ext>
              </a:extLst>
            </p:cNvPr>
            <p:cNvSpPr>
              <a:spLocks/>
            </p:cNvSpPr>
            <p:nvPr/>
          </p:nvSpPr>
          <p:spPr bwMode="auto">
            <a:xfrm rot="1800000">
              <a:off x="5356930" y="1363788"/>
              <a:ext cx="621086" cy="364601"/>
            </a:xfrm>
            <a:custGeom>
              <a:avLst/>
              <a:gdLst>
                <a:gd name="T0" fmla="*/ 266 w 540"/>
                <a:gd name="T1" fmla="*/ 0 h 317"/>
                <a:gd name="T2" fmla="*/ 0 w 540"/>
                <a:gd name="T3" fmla="*/ 158 h 317"/>
                <a:gd name="T4" fmla="*/ 266 w 540"/>
                <a:gd name="T5" fmla="*/ 317 h 317"/>
                <a:gd name="T6" fmla="*/ 540 w 540"/>
                <a:gd name="T7" fmla="*/ 158 h 317"/>
                <a:gd name="T8" fmla="*/ 266 w 540"/>
                <a:gd name="T9" fmla="*/ 0 h 317"/>
              </a:gdLst>
              <a:ahLst/>
              <a:cxnLst>
                <a:cxn ang="0">
                  <a:pos x="T0" y="T1"/>
                </a:cxn>
                <a:cxn ang="0">
                  <a:pos x="T2" y="T3"/>
                </a:cxn>
                <a:cxn ang="0">
                  <a:pos x="T4" y="T5"/>
                </a:cxn>
                <a:cxn ang="0">
                  <a:pos x="T6" y="T7"/>
                </a:cxn>
                <a:cxn ang="0">
                  <a:pos x="T8" y="T9"/>
                </a:cxn>
              </a:cxnLst>
              <a:rect l="0" t="0" r="r" b="b"/>
              <a:pathLst>
                <a:path w="540" h="317">
                  <a:moveTo>
                    <a:pt x="266" y="0"/>
                  </a:moveTo>
                  <a:lnTo>
                    <a:pt x="0" y="158"/>
                  </a:lnTo>
                  <a:lnTo>
                    <a:pt x="266" y="317"/>
                  </a:lnTo>
                  <a:lnTo>
                    <a:pt x="540" y="158"/>
                  </a:lnTo>
                  <a:lnTo>
                    <a:pt x="266"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7" name="Freeform 6">
              <a:extLst>
                <a:ext uri="{FF2B5EF4-FFF2-40B4-BE49-F238E27FC236}">
                  <a16:creationId xmlns:a16="http://schemas.microsoft.com/office/drawing/2014/main" id="{A7C6D33A-37B7-D2C4-2C1C-6D5253D0D480}"/>
                </a:ext>
              </a:extLst>
            </p:cNvPr>
            <p:cNvSpPr>
              <a:spLocks/>
            </p:cNvSpPr>
            <p:nvPr/>
          </p:nvSpPr>
          <p:spPr bwMode="auto">
            <a:xfrm rot="1800000">
              <a:off x="5243759" y="1430747"/>
              <a:ext cx="305942" cy="538275"/>
            </a:xfrm>
            <a:custGeom>
              <a:avLst/>
              <a:gdLst>
                <a:gd name="T0" fmla="*/ 266 w 266"/>
                <a:gd name="T1" fmla="*/ 468 h 468"/>
                <a:gd name="T2" fmla="*/ 0 w 266"/>
                <a:gd name="T3" fmla="*/ 310 h 468"/>
                <a:gd name="T4" fmla="*/ 0 w 266"/>
                <a:gd name="T5" fmla="*/ 310 h 468"/>
                <a:gd name="T6" fmla="*/ 0 w 266"/>
                <a:gd name="T7" fmla="*/ 0 h 468"/>
                <a:gd name="T8" fmla="*/ 0 w 266"/>
                <a:gd name="T9" fmla="*/ 0 h 468"/>
                <a:gd name="T10" fmla="*/ 266 w 266"/>
                <a:gd name="T11" fmla="*/ 159 h 468"/>
                <a:gd name="T12" fmla="*/ 266 w 266"/>
                <a:gd name="T13" fmla="*/ 468 h 468"/>
              </a:gdLst>
              <a:ahLst/>
              <a:cxnLst>
                <a:cxn ang="0">
                  <a:pos x="T0" y="T1"/>
                </a:cxn>
                <a:cxn ang="0">
                  <a:pos x="T2" y="T3"/>
                </a:cxn>
                <a:cxn ang="0">
                  <a:pos x="T4" y="T5"/>
                </a:cxn>
                <a:cxn ang="0">
                  <a:pos x="T6" y="T7"/>
                </a:cxn>
                <a:cxn ang="0">
                  <a:pos x="T8" y="T9"/>
                </a:cxn>
                <a:cxn ang="0">
                  <a:pos x="T10" y="T11"/>
                </a:cxn>
                <a:cxn ang="0">
                  <a:pos x="T12" y="T13"/>
                </a:cxn>
              </a:cxnLst>
              <a:rect l="0" t="0" r="r" b="b"/>
              <a:pathLst>
                <a:path w="266" h="468">
                  <a:moveTo>
                    <a:pt x="266" y="468"/>
                  </a:moveTo>
                  <a:lnTo>
                    <a:pt x="0" y="310"/>
                  </a:lnTo>
                  <a:lnTo>
                    <a:pt x="0" y="310"/>
                  </a:lnTo>
                  <a:lnTo>
                    <a:pt x="0" y="0"/>
                  </a:lnTo>
                  <a:lnTo>
                    <a:pt x="0" y="0"/>
                  </a:lnTo>
                  <a:lnTo>
                    <a:pt x="266" y="159"/>
                  </a:lnTo>
                  <a:lnTo>
                    <a:pt x="266" y="468"/>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9800000" scaled="0"/>
              <a:tileRect/>
            </a:gradFill>
            <a:ln>
              <a:noFill/>
            </a:ln>
            <a:effectLst>
              <a:innerShdw blurRad="254000">
                <a:schemeClr val="bg2">
                  <a:lumMod val="90000"/>
                  <a:lumOff val="1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8" name="Freeform 8">
              <a:extLst>
                <a:ext uri="{FF2B5EF4-FFF2-40B4-BE49-F238E27FC236}">
                  <a16:creationId xmlns:a16="http://schemas.microsoft.com/office/drawing/2014/main" id="{18145A95-72C3-9BFC-32D2-908F235E389B}"/>
                </a:ext>
              </a:extLst>
            </p:cNvPr>
            <p:cNvSpPr>
              <a:spLocks/>
            </p:cNvSpPr>
            <p:nvPr/>
          </p:nvSpPr>
          <p:spPr bwMode="auto">
            <a:xfrm rot="1800000">
              <a:off x="5508097" y="1586019"/>
              <a:ext cx="315144" cy="538275"/>
            </a:xfrm>
            <a:custGeom>
              <a:avLst/>
              <a:gdLst>
                <a:gd name="T0" fmla="*/ 274 w 274"/>
                <a:gd name="T1" fmla="*/ 0 h 468"/>
                <a:gd name="T2" fmla="*/ 274 w 274"/>
                <a:gd name="T3" fmla="*/ 310 h 468"/>
                <a:gd name="T4" fmla="*/ 274 w 274"/>
                <a:gd name="T5" fmla="*/ 310 h 468"/>
                <a:gd name="T6" fmla="*/ 0 w 274"/>
                <a:gd name="T7" fmla="*/ 468 h 468"/>
                <a:gd name="T8" fmla="*/ 0 w 274"/>
                <a:gd name="T9" fmla="*/ 159 h 468"/>
                <a:gd name="T10" fmla="*/ 274 w 274"/>
                <a:gd name="T11" fmla="*/ 0 h 468"/>
                <a:gd name="T12" fmla="*/ 274 w 274"/>
                <a:gd name="T13" fmla="*/ 0 h 468"/>
              </a:gdLst>
              <a:ahLst/>
              <a:cxnLst>
                <a:cxn ang="0">
                  <a:pos x="T0" y="T1"/>
                </a:cxn>
                <a:cxn ang="0">
                  <a:pos x="T2" y="T3"/>
                </a:cxn>
                <a:cxn ang="0">
                  <a:pos x="T4" y="T5"/>
                </a:cxn>
                <a:cxn ang="0">
                  <a:pos x="T6" y="T7"/>
                </a:cxn>
                <a:cxn ang="0">
                  <a:pos x="T8" y="T9"/>
                </a:cxn>
                <a:cxn ang="0">
                  <a:pos x="T10" y="T11"/>
                </a:cxn>
                <a:cxn ang="0">
                  <a:pos x="T12" y="T13"/>
                </a:cxn>
              </a:cxnLst>
              <a:rect l="0" t="0" r="r" b="b"/>
              <a:pathLst>
                <a:path w="274" h="468">
                  <a:moveTo>
                    <a:pt x="274" y="0"/>
                  </a:moveTo>
                  <a:lnTo>
                    <a:pt x="274" y="310"/>
                  </a:lnTo>
                  <a:lnTo>
                    <a:pt x="274" y="310"/>
                  </a:lnTo>
                  <a:lnTo>
                    <a:pt x="0" y="468"/>
                  </a:lnTo>
                  <a:lnTo>
                    <a:pt x="0" y="159"/>
                  </a:lnTo>
                  <a:lnTo>
                    <a:pt x="274" y="0"/>
                  </a:lnTo>
                  <a:lnTo>
                    <a:pt x="274" y="0"/>
                  </a:lnTo>
                  <a:close/>
                </a:path>
              </a:pathLst>
            </a:custGeom>
            <a:gradFill flip="none" rotWithShape="1">
              <a:gsLst>
                <a:gs pos="20000">
                  <a:schemeClr val="bg2">
                    <a:lumMod val="90000"/>
                    <a:lumOff val="10000"/>
                    <a:alpha val="20000"/>
                  </a:schemeClr>
                </a:gs>
                <a:gs pos="100000">
                  <a:schemeClr val="accent1">
                    <a:lumMod val="60000"/>
                    <a:lumOff val="40000"/>
                    <a:alpha val="20000"/>
                  </a:schemeClr>
                </a:gs>
              </a:gsLst>
              <a:lin ang="18000000" scaled="0"/>
              <a:tileRect/>
            </a:gradFill>
            <a:ln>
              <a:noFill/>
            </a:ln>
            <a:effectLst>
              <a:innerShdw blurRad="254000">
                <a:schemeClr val="accent1">
                  <a:lumMod val="60000"/>
                  <a:lumOff val="40000"/>
                  <a:alpha val="6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grpSp>
      <p:sp>
        <p:nvSpPr>
          <p:cNvPr id="2" name="Title 1">
            <a:extLst>
              <a:ext uri="{FF2B5EF4-FFF2-40B4-BE49-F238E27FC236}">
                <a16:creationId xmlns:a16="http://schemas.microsoft.com/office/drawing/2014/main" id="{338A15DE-D135-0710-9984-A0A55E960CB0}"/>
              </a:ext>
            </a:extLst>
          </p:cNvPr>
          <p:cNvSpPr>
            <a:spLocks noGrp="1"/>
          </p:cNvSpPr>
          <p:nvPr>
            <p:ph type="title"/>
          </p:nvPr>
        </p:nvSpPr>
        <p:spPr>
          <a:xfrm>
            <a:off x="600974" y="196900"/>
            <a:ext cx="4899628" cy="665224"/>
          </a:xfrm>
          <a:noFill/>
        </p:spPr>
        <p:txBody>
          <a:bodyPr anchor="b"/>
          <a:lstStyle/>
          <a:p>
            <a:r>
              <a:rPr lang="en-US" dirty="0"/>
              <a:t>Peak Usage Day</a:t>
            </a:r>
          </a:p>
        </p:txBody>
      </p:sp>
      <p:sp>
        <p:nvSpPr>
          <p:cNvPr id="3" name="Content Placeholder 2">
            <a:extLst>
              <a:ext uri="{FF2B5EF4-FFF2-40B4-BE49-F238E27FC236}">
                <a16:creationId xmlns:a16="http://schemas.microsoft.com/office/drawing/2014/main" id="{ECC8AA23-D8D0-93BE-5C5F-103A750B0D2F}"/>
              </a:ext>
            </a:extLst>
          </p:cNvPr>
          <p:cNvSpPr>
            <a:spLocks noGrp="1"/>
          </p:cNvSpPr>
          <p:nvPr>
            <p:ph sz="half" idx="1"/>
          </p:nvPr>
        </p:nvSpPr>
        <p:spPr>
          <a:xfrm>
            <a:off x="344129" y="1172474"/>
            <a:ext cx="6260749" cy="5096879"/>
          </a:xfrm>
          <a:noFill/>
        </p:spPr>
        <p:txBody>
          <a:bodyPr vert="horz" lIns="91440" tIns="45720" rIns="91440" bIns="45720" rtlCol="0" anchor="t">
            <a:normAutofit/>
          </a:bodyPr>
          <a:lstStyle/>
          <a:p>
            <a:r>
              <a:rPr lang="en-US" dirty="0"/>
              <a:t>Identifying the Peak Usage Day</a:t>
            </a:r>
          </a:p>
          <a:p>
            <a:r>
              <a:rPr lang="en-US" dirty="0"/>
              <a:t>The dataset highlights </a:t>
            </a:r>
            <a:r>
              <a:rPr lang="en-US" b="1" dirty="0"/>
              <a:t>Saturday</a:t>
            </a:r>
            <a:r>
              <a:rPr lang="en-US" dirty="0"/>
              <a:t> as the peak usage day across all user types. Casual riders dominate during this period, accounting for nearly 60–65% of total rides. This reaffirms the trend of weekend-based recreational riding behavior.</a:t>
            </a:r>
          </a:p>
          <a:p>
            <a:r>
              <a:rPr lang="en-US" b="1" dirty="0"/>
              <a:t>Top day:</a:t>
            </a:r>
            <a:r>
              <a:rPr lang="en-US" dirty="0"/>
              <a:t> Saturday</a:t>
            </a:r>
          </a:p>
          <a:p>
            <a:r>
              <a:rPr lang="en-US" b="1" dirty="0"/>
              <a:t>Peak hour :</a:t>
            </a:r>
            <a:r>
              <a:rPr lang="en-US" dirty="0"/>
              <a:t> Late afternoon to evening</a:t>
            </a:r>
          </a:p>
          <a:p>
            <a:r>
              <a:rPr lang="en-US" b="1" dirty="0"/>
              <a:t>Inference:</a:t>
            </a:r>
            <a:r>
              <a:rPr lang="en-US" dirty="0"/>
              <a:t> Increasing bike availability on weekends could reduce service shortages.</a:t>
            </a:r>
          </a:p>
        </p:txBody>
      </p:sp>
      <p:pic>
        <p:nvPicPr>
          <p:cNvPr id="20" name="Picture Placeholder 19" descr="A close-up of a graph">
            <a:extLst>
              <a:ext uri="{FF2B5EF4-FFF2-40B4-BE49-F238E27FC236}">
                <a16:creationId xmlns:a16="http://schemas.microsoft.com/office/drawing/2014/main" id="{A7019768-5E2A-F9D1-62D6-EC7C5F0BBEC9}"/>
              </a:ext>
            </a:extLst>
          </p:cNvP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9" r="9"/>
          <a:stretch/>
        </p:blipFill>
        <p:spPr>
          <a:xfrm>
            <a:off x="6614496" y="0"/>
            <a:ext cx="5577504" cy="6858000"/>
          </a:xfrm>
        </p:spPr>
      </p:pic>
      <p:sp>
        <p:nvSpPr>
          <p:cNvPr id="9" name="Oval 8">
            <a:extLst>
              <a:ext uri="{FF2B5EF4-FFF2-40B4-BE49-F238E27FC236}">
                <a16:creationId xmlns:a16="http://schemas.microsoft.com/office/drawing/2014/main" id="{5C4A7DC2-42C3-FDDF-02BF-9598D75A6A83}"/>
              </a:ext>
              <a:ext uri="{C183D7F6-B498-43B3-948B-1728B52AA6E4}">
                <adec:decorative xmlns:adec="http://schemas.microsoft.com/office/drawing/2017/decorative" val="1"/>
              </a:ext>
            </a:extLst>
          </p:cNvPr>
          <p:cNvSpPr>
            <a:spLocks noChangeAspect="1"/>
          </p:cNvSpPr>
          <p:nvPr/>
        </p:nvSpPr>
        <p:spPr>
          <a:xfrm>
            <a:off x="1189378" y="5232629"/>
            <a:ext cx="1080000" cy="1080000"/>
          </a:xfrm>
          <a:prstGeom prst="ellipse">
            <a:avLst/>
          </a:prstGeom>
          <a:gradFill flip="none" rotWithShape="1">
            <a:gsLst>
              <a:gs pos="100000">
                <a:schemeClr val="bg2">
                  <a:lumMod val="50000"/>
                  <a:lumOff val="50000"/>
                </a:schemeClr>
              </a:gs>
              <a:gs pos="60000">
                <a:schemeClr val="bg2">
                  <a:lumMod val="100000"/>
                </a:schemeClr>
              </a:gs>
            </a:gsLst>
            <a:path path="circle">
              <a:fillToRect l="100000" b="100000"/>
            </a:path>
            <a:tileRect t="-100000" r="-100000"/>
          </a:gradFill>
          <a:ln>
            <a:noFill/>
          </a:ln>
          <a:effectLst>
            <a:innerShdw blurRad="254000" dist="127000" dir="2700000">
              <a:schemeClr val="accent1">
                <a:lumMod val="60000"/>
                <a:lumOff val="40000"/>
                <a:alpha val="40000"/>
              </a:schemeClr>
            </a:innerShdw>
            <a:softEdge rad="0"/>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Tree>
    <p:extLst>
      <p:ext uri="{BB962C8B-B14F-4D97-AF65-F5344CB8AC3E}">
        <p14:creationId xmlns:p14="http://schemas.microsoft.com/office/powerpoint/2010/main" val="4145238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B3A3AE-D39B-4D45-32D9-BF58377E5B4A}"/>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5D0A70A2-9E09-EF18-5775-D0CC63010BF2}"/>
              </a:ext>
            </a:extLst>
          </p:cNvPr>
          <p:cNvSpPr>
            <a:spLocks noGrp="1"/>
          </p:cNvSpPr>
          <p:nvPr>
            <p:ph type="title"/>
          </p:nvPr>
        </p:nvSpPr>
        <p:spPr>
          <a:xfrm>
            <a:off x="550863" y="508635"/>
            <a:ext cx="11090274" cy="641739"/>
          </a:xfrm>
        </p:spPr>
        <p:txBody>
          <a:bodyPr/>
          <a:lstStyle/>
          <a:p>
            <a:r>
              <a:rPr lang="en-US" dirty="0"/>
              <a:t>Key Insights</a:t>
            </a:r>
          </a:p>
        </p:txBody>
      </p:sp>
      <p:sp>
        <p:nvSpPr>
          <p:cNvPr id="7" name="Content Placeholder 6">
            <a:extLst>
              <a:ext uri="{FF2B5EF4-FFF2-40B4-BE49-F238E27FC236}">
                <a16:creationId xmlns:a16="http://schemas.microsoft.com/office/drawing/2014/main" id="{4BB7400E-E085-490F-49D0-A46A98D23876}"/>
              </a:ext>
            </a:extLst>
          </p:cNvPr>
          <p:cNvSpPr>
            <a:spLocks noGrp="1"/>
          </p:cNvSpPr>
          <p:nvPr>
            <p:ph sz="half" idx="13"/>
          </p:nvPr>
        </p:nvSpPr>
        <p:spPr>
          <a:xfrm>
            <a:off x="550863" y="1477743"/>
            <a:ext cx="10361561" cy="488709"/>
          </a:xfrm>
        </p:spPr>
        <p:txBody>
          <a:bodyPr>
            <a:normAutofit/>
          </a:bodyPr>
          <a:lstStyle/>
          <a:p>
            <a:r>
              <a:rPr lang="en-US" sz="2400" dirty="0"/>
              <a:t>Consolidated Insights from the Analysis</a:t>
            </a:r>
          </a:p>
        </p:txBody>
      </p:sp>
      <p:sp>
        <p:nvSpPr>
          <p:cNvPr id="4" name="Rectangle 2">
            <a:extLst>
              <a:ext uri="{FF2B5EF4-FFF2-40B4-BE49-F238E27FC236}">
                <a16:creationId xmlns:a16="http://schemas.microsoft.com/office/drawing/2014/main" id="{239B507C-EE4E-0B4E-193F-60CE87FB6CC5}"/>
              </a:ext>
            </a:extLst>
          </p:cNvPr>
          <p:cNvSpPr>
            <a:spLocks noGrp="1" noChangeArrowheads="1"/>
          </p:cNvSpPr>
          <p:nvPr>
            <p:ph sz="half" idx="1"/>
          </p:nvPr>
        </p:nvSpPr>
        <p:spPr bwMode="auto">
          <a:xfrm>
            <a:off x="550863" y="2293821"/>
            <a:ext cx="7124323" cy="31393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Registered riders use bikes primarily for daily commuting.</a:t>
            </a:r>
          </a:p>
          <a:p>
            <a:pPr marL="0" marR="0" lvl="0" indent="0" algn="l" defTabSz="914400" rtl="0" eaLnBrk="0" fontAlgn="base" latinLnBrk="0" hangingPunct="0">
              <a:lnSpc>
                <a:spcPct val="100000"/>
              </a:lnSpc>
              <a:spcBef>
                <a:spcPct val="0"/>
              </a:spcBef>
              <a:spcAft>
                <a:spcPct val="0"/>
              </a:spcAft>
              <a:buClrTx/>
              <a:buSzTx/>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lnSpc>
                <a:spcPct val="100000"/>
              </a:lnSpc>
              <a:spcBef>
                <a:spcPct val="0"/>
              </a:spcBef>
              <a:spcAft>
                <a:spcPct val="0"/>
              </a:spcAft>
            </a:pPr>
            <a:r>
              <a:rPr lang="en-US" dirty="0"/>
              <a:t>Casual riders prefer weekends, holidays, and good weather conditions</a:t>
            </a:r>
          </a:p>
          <a:p>
            <a:pPr lvl="0"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lnSpc>
                <a:spcPct val="100000"/>
              </a:lnSpc>
              <a:spcBef>
                <a:spcPct val="0"/>
              </a:spcBef>
              <a:spcAft>
                <a:spcPct val="0"/>
              </a:spcAft>
            </a:pPr>
            <a:r>
              <a:rPr lang="en-US" dirty="0"/>
              <a:t>Clear, mild days with moderate temperature see the highest rental activity.</a:t>
            </a:r>
          </a:p>
          <a:p>
            <a:pPr lvl="0" eaLnBrk="0" fontAlgn="base" hangingPunct="0">
              <a:lnSpc>
                <a:spcPct val="100000"/>
              </a:lnSpc>
              <a:spcBef>
                <a:spcPct val="0"/>
              </a:spcBef>
              <a:spcAft>
                <a:spcPct val="0"/>
              </a:spcAf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lvl="0" eaLnBrk="0" fontAlgn="base" hangingPunct="0">
              <a:lnSpc>
                <a:spcPct val="100000"/>
              </a:lnSpc>
              <a:spcBef>
                <a:spcPct val="0"/>
              </a:spcBef>
              <a:spcAft>
                <a:spcPct val="0"/>
              </a:spcAft>
            </a:pPr>
            <a:r>
              <a:rPr lang="en-US" dirty="0"/>
              <a:t>Seasonal variation shows summer as the most active period.</a:t>
            </a:r>
          </a:p>
          <a:p>
            <a:pPr lvl="0" eaLnBrk="0" fontAlgn="base" hangingPunct="0">
              <a:lnSpc>
                <a:spcPct val="100000"/>
              </a:lnSpc>
              <a:spcBef>
                <a:spcPct val="0"/>
              </a:spcBef>
              <a:spcAft>
                <a:spcPct val="0"/>
              </a:spcAft>
            </a:pPr>
            <a:endParaRPr lang="en-US" dirty="0"/>
          </a:p>
          <a:p>
            <a:pPr lvl="0" eaLnBrk="0" fontAlgn="base" hangingPunct="0">
              <a:lnSpc>
                <a:spcPct val="100000"/>
              </a:lnSpc>
              <a:spcBef>
                <a:spcPct val="0"/>
              </a:spcBef>
              <a:spcAft>
                <a:spcPct val="0"/>
              </a:spcAft>
            </a:pPr>
            <a:r>
              <a:rPr lang="en-US" dirty="0"/>
              <a:t>Peak traffic occurs on Saturdays and Sundays.</a:t>
            </a:r>
          </a:p>
          <a:p>
            <a:pPr lvl="0" eaLnBrk="0" fontAlgn="base" hangingPunct="0">
              <a:lnSpc>
                <a:spcPct val="100000"/>
              </a:lnSpc>
              <a:spcBef>
                <a:spcPct val="0"/>
              </a:spcBef>
              <a:spcAft>
                <a:spcPct val="0"/>
              </a:spcAft>
            </a:pPr>
            <a:endParaRPr lang="en-US" dirty="0"/>
          </a:p>
          <a:p>
            <a:pPr lvl="0" eaLnBrk="0" fontAlgn="base" hangingPunct="0">
              <a:lnSpc>
                <a:spcPct val="100000"/>
              </a:lnSpc>
              <a:spcBef>
                <a:spcPct val="0"/>
              </a:spcBef>
              <a:spcAft>
                <a:spcPct val="0"/>
              </a:spcAft>
            </a:pPr>
            <a:r>
              <a:rPr lang="en-US" dirty="0"/>
              <a:t>Strategic resource allocation can optimize availability and revenue.</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485117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3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7">
                                            <p:txEl>
                                              <p:pRg st="0" end="0"/>
                                            </p:txEl>
                                          </p:spTgt>
                                        </p:tgtEl>
                                        <p:attrNameLst>
                                          <p:attrName>style.visibility</p:attrName>
                                        </p:attrNameLst>
                                      </p:cBhvr>
                                      <p:to>
                                        <p:strVal val="visible"/>
                                      </p:to>
                                    </p:set>
                                    <p:animEffect transition="in" filter="fade">
                                      <p:cBhvr>
                                        <p:cTn id="12" dur="500"/>
                                        <p:tgtEl>
                                          <p:spTgt spid="7">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fade">
                                      <p:cBhvr>
                                        <p:cTn id="17" dur="500"/>
                                        <p:tgtEl>
                                          <p:spTgt spid="4">
                                            <p:txEl>
                                              <p:pRg st="0" end="0"/>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fade">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6" end="6"/>
                                            </p:txEl>
                                          </p:spTgt>
                                        </p:tgtEl>
                                        <p:attrNameLst>
                                          <p:attrName>style.visibility</p:attrName>
                                        </p:attrNameLst>
                                      </p:cBhvr>
                                      <p:to>
                                        <p:strVal val="visible"/>
                                      </p:to>
                                    </p:set>
                                    <p:animEffect transition="in" filter="fade">
                                      <p:cBhvr>
                                        <p:cTn id="32" dur="500"/>
                                        <p:tgtEl>
                                          <p:spTgt spid="4">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8" end="8"/>
                                            </p:txEl>
                                          </p:spTgt>
                                        </p:tgtEl>
                                        <p:attrNameLst>
                                          <p:attrName>style.visibility</p:attrName>
                                        </p:attrNameLst>
                                      </p:cBhvr>
                                      <p:to>
                                        <p:strVal val="visible"/>
                                      </p:to>
                                    </p:set>
                                    <p:animEffect transition="in" filter="fade">
                                      <p:cBhvr>
                                        <p:cTn id="37" dur="500"/>
                                        <p:tgtEl>
                                          <p:spTgt spid="4">
                                            <p:txEl>
                                              <p:pRg st="8" end="8"/>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4">
                                            <p:txEl>
                                              <p:pRg st="10" end="10"/>
                                            </p:txEl>
                                          </p:spTgt>
                                        </p:tgtEl>
                                        <p:attrNameLst>
                                          <p:attrName>style.visibility</p:attrName>
                                        </p:attrNameLst>
                                      </p:cBhvr>
                                      <p:to>
                                        <p:strVal val="visible"/>
                                      </p:to>
                                    </p:set>
                                    <p:animEffect transition="in" filter="fade">
                                      <p:cBhvr>
                                        <p:cTn id="42" dur="500"/>
                                        <p:tgtEl>
                                          <p:spTgt spid="4">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build="p"/>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030A76-B788-B363-104E-266B7C7F7208}"/>
              </a:ext>
            </a:extLst>
          </p:cNvPr>
          <p:cNvSpPr>
            <a:spLocks noGrp="1"/>
          </p:cNvSpPr>
          <p:nvPr>
            <p:ph type="title"/>
          </p:nvPr>
        </p:nvSpPr>
        <p:spPr>
          <a:noFill/>
        </p:spPr>
        <p:txBody>
          <a:bodyPr lIns="0">
            <a:normAutofit/>
          </a:bodyPr>
          <a:lstStyle/>
          <a:p>
            <a:r>
              <a:rPr lang="en-US" dirty="0"/>
              <a:t>Dashboard Snapshot</a:t>
            </a:r>
          </a:p>
        </p:txBody>
      </p:sp>
      <p:sp>
        <p:nvSpPr>
          <p:cNvPr id="3" name="Content Placeholder 2">
            <a:extLst>
              <a:ext uri="{FF2B5EF4-FFF2-40B4-BE49-F238E27FC236}">
                <a16:creationId xmlns:a16="http://schemas.microsoft.com/office/drawing/2014/main" id="{05948542-FCE1-3AE6-C6C9-17975609DF70}"/>
              </a:ext>
            </a:extLst>
          </p:cNvPr>
          <p:cNvSpPr>
            <a:spLocks noGrp="1"/>
          </p:cNvSpPr>
          <p:nvPr>
            <p:ph sz="half" idx="1"/>
          </p:nvPr>
        </p:nvSpPr>
        <p:spPr>
          <a:noFill/>
        </p:spPr>
        <p:txBody>
          <a:bodyPr vert="horz" lIns="0" tIns="45720" rIns="91440" bIns="45720" rtlCol="0" anchor="t">
            <a:normAutofit/>
          </a:bodyPr>
          <a:lstStyle/>
          <a:p>
            <a:r>
              <a:rPr lang="en-US" b="1" dirty="0"/>
              <a:t>Key Highlights:</a:t>
            </a:r>
            <a:endParaRPr lang="en-US" dirty="0"/>
          </a:p>
          <a:p>
            <a:r>
              <a:rPr lang="en-US" dirty="0"/>
              <a:t>% of casual vs. registered riders per day</a:t>
            </a:r>
          </a:p>
          <a:p>
            <a:r>
              <a:rPr lang="en-US" dirty="0"/>
              <a:t>Weekday vs. Weekend utilization</a:t>
            </a:r>
          </a:p>
          <a:p>
            <a:r>
              <a:rPr lang="en-US" dirty="0"/>
              <a:t>Temperature and weather-wise segmentation</a:t>
            </a:r>
          </a:p>
          <a:p>
            <a:r>
              <a:rPr lang="en-US" dirty="0"/>
              <a:t>Holiday impact visualization</a:t>
            </a:r>
          </a:p>
          <a:p>
            <a:pPr lvl="1"/>
            <a:endParaRPr lang="en-US" dirty="0"/>
          </a:p>
        </p:txBody>
      </p:sp>
      <p:pic>
        <p:nvPicPr>
          <p:cNvPr id="6" name="Content Placeholder 5">
            <a:extLst>
              <a:ext uri="{FF2B5EF4-FFF2-40B4-BE49-F238E27FC236}">
                <a16:creationId xmlns:a16="http://schemas.microsoft.com/office/drawing/2014/main" id="{479B1942-7F4D-69A9-3477-0ACCCD90BC40}"/>
              </a:ext>
            </a:extLst>
          </p:cNvPr>
          <p:cNvPicPr>
            <a:picLocks noGrp="1" noChangeAspect="1"/>
          </p:cNvPicPr>
          <p:nvPr>
            <p:ph sz="half" idx="13"/>
          </p:nvPr>
        </p:nvPicPr>
        <p:blipFill>
          <a:blip r:embed="rId2">
            <a:extLst>
              <a:ext uri="{28A0092B-C50C-407E-A947-70E740481C1C}">
                <a14:useLocalDpi xmlns:a14="http://schemas.microsoft.com/office/drawing/2010/main" val="0"/>
              </a:ext>
            </a:extLst>
          </a:blip>
          <a:stretch>
            <a:fillRect/>
          </a:stretch>
        </p:blipFill>
        <p:spPr>
          <a:xfrm>
            <a:off x="4886325" y="1820315"/>
            <a:ext cx="7089365" cy="4549370"/>
          </a:xfrm>
          <a:noFill/>
        </p:spPr>
      </p:pic>
    </p:spTree>
    <p:extLst>
      <p:ext uri="{BB962C8B-B14F-4D97-AF65-F5344CB8AC3E}">
        <p14:creationId xmlns:p14="http://schemas.microsoft.com/office/powerpoint/2010/main" val="1186679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C59F6-9B22-C211-4B4C-A2FD4B914C46}"/>
              </a:ext>
            </a:extLst>
          </p:cNvPr>
          <p:cNvSpPr>
            <a:spLocks noGrp="1"/>
          </p:cNvSpPr>
          <p:nvPr>
            <p:ph type="title"/>
          </p:nvPr>
        </p:nvSpPr>
        <p:spPr>
          <a:noFill/>
        </p:spPr>
        <p:txBody>
          <a:bodyPr anchor="t"/>
          <a:lstStyle/>
          <a:p>
            <a:r>
              <a:rPr lang="en-US" dirty="0"/>
              <a:t>Recommendations</a:t>
            </a:r>
          </a:p>
        </p:txBody>
      </p:sp>
      <p:sp>
        <p:nvSpPr>
          <p:cNvPr id="4" name="Content Placeholder 3">
            <a:extLst>
              <a:ext uri="{FF2B5EF4-FFF2-40B4-BE49-F238E27FC236}">
                <a16:creationId xmlns:a16="http://schemas.microsoft.com/office/drawing/2014/main" id="{F697DBB4-084E-2DF3-33FD-7B722068253B}"/>
              </a:ext>
            </a:extLst>
          </p:cNvPr>
          <p:cNvSpPr>
            <a:spLocks noGrp="1"/>
          </p:cNvSpPr>
          <p:nvPr>
            <p:ph sz="half" idx="1"/>
          </p:nvPr>
        </p:nvSpPr>
        <p:spPr>
          <a:xfrm>
            <a:off x="550862" y="1573161"/>
            <a:ext cx="11090277" cy="4723879"/>
          </a:xfrm>
        </p:spPr>
        <p:txBody>
          <a:bodyPr>
            <a:normAutofit/>
          </a:bodyPr>
          <a:lstStyle/>
          <a:p>
            <a:r>
              <a:rPr lang="en-US" sz="2800" dirty="0"/>
              <a:t>Strategic Recommendations Based on Findings</a:t>
            </a:r>
          </a:p>
          <a:p>
            <a:pPr marL="342900" indent="-342900">
              <a:buFont typeface="+mj-lt"/>
              <a:buAutoNum type="arabicPeriod"/>
            </a:pPr>
            <a:r>
              <a:rPr lang="en-US" b="1" dirty="0"/>
              <a:t>Increase Weekend Availability:</a:t>
            </a:r>
            <a:r>
              <a:rPr lang="en-US" dirty="0"/>
              <a:t> Deploy more bikes and service staff on weekends to meet casual rider demand.</a:t>
            </a:r>
          </a:p>
          <a:p>
            <a:pPr marL="342900" indent="-342900">
              <a:buFont typeface="+mj-lt"/>
              <a:buAutoNum type="arabicPeriod"/>
            </a:pPr>
            <a:r>
              <a:rPr lang="en-US" b="1" dirty="0"/>
              <a:t>Targeted Marketing:</a:t>
            </a:r>
            <a:r>
              <a:rPr lang="en-US" dirty="0"/>
              <a:t> Launch weather-based and holiday-specific promotions for casual users.</a:t>
            </a:r>
          </a:p>
          <a:p>
            <a:pPr marL="342900" indent="-342900">
              <a:buFont typeface="+mj-lt"/>
              <a:buAutoNum type="arabicPeriod"/>
            </a:pPr>
            <a:r>
              <a:rPr lang="en-US" b="1" dirty="0"/>
              <a:t>Subscription Retention:</a:t>
            </a:r>
            <a:r>
              <a:rPr lang="en-US" dirty="0"/>
              <a:t> Offer loyalty rewards for registered users to maintain weekday engagement.</a:t>
            </a:r>
          </a:p>
          <a:p>
            <a:pPr marL="342900" indent="-342900">
              <a:buFont typeface="+mj-lt"/>
              <a:buAutoNum type="arabicPeriod"/>
            </a:pPr>
            <a:r>
              <a:rPr lang="en-US" b="1" dirty="0"/>
              <a:t>Seasonal Adjustments:</a:t>
            </a:r>
            <a:r>
              <a:rPr lang="en-US" dirty="0"/>
              <a:t> Increase fleet during summer months; optimize maintenance during off-peak seasons.</a:t>
            </a:r>
          </a:p>
          <a:p>
            <a:pPr marL="342900" indent="-342900">
              <a:buFont typeface="+mj-lt"/>
              <a:buAutoNum type="arabicPeriod"/>
            </a:pPr>
            <a:r>
              <a:rPr lang="en-US" b="1" dirty="0"/>
              <a:t>Data Automation:</a:t>
            </a:r>
            <a:r>
              <a:rPr lang="en-US" dirty="0"/>
              <a:t> Implement predictive modeling for demand forecasting and real-time analytics.</a:t>
            </a:r>
          </a:p>
        </p:txBody>
      </p:sp>
    </p:spTree>
    <p:extLst>
      <p:ext uri="{BB962C8B-B14F-4D97-AF65-F5344CB8AC3E}">
        <p14:creationId xmlns:p14="http://schemas.microsoft.com/office/powerpoint/2010/main" val="849465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1" end="1"/>
                                            </p:txEl>
                                          </p:spTgt>
                                        </p:tgtEl>
                                        <p:attrNameLst>
                                          <p:attrName>style.visibility</p:attrName>
                                        </p:attrNameLst>
                                      </p:cBhvr>
                                      <p:to>
                                        <p:strVal val="visible"/>
                                      </p:to>
                                    </p:set>
                                    <p:animEffect transition="in" filter="fade">
                                      <p:cBhvr>
                                        <p:cTn id="17" dur="500"/>
                                        <p:tgtEl>
                                          <p:spTgt spid="4">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xEl>
                                              <p:pRg st="2" end="2"/>
                                            </p:txEl>
                                          </p:spTgt>
                                        </p:tgtEl>
                                        <p:attrNameLst>
                                          <p:attrName>style.visibility</p:attrName>
                                        </p:attrNameLst>
                                      </p:cBhvr>
                                      <p:to>
                                        <p:strVal val="visible"/>
                                      </p:to>
                                    </p:set>
                                    <p:animEffect transition="in" filter="fade">
                                      <p:cBhvr>
                                        <p:cTn id="22" dur="500"/>
                                        <p:tgtEl>
                                          <p:spTgt spid="4">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4">
                                            <p:txEl>
                                              <p:pRg st="3" end="3"/>
                                            </p:txEl>
                                          </p:spTgt>
                                        </p:tgtEl>
                                        <p:attrNameLst>
                                          <p:attrName>style.visibility</p:attrName>
                                        </p:attrNameLst>
                                      </p:cBhvr>
                                      <p:to>
                                        <p:strVal val="visible"/>
                                      </p:to>
                                    </p:set>
                                    <p:animEffect transition="in" filter="fade">
                                      <p:cBhvr>
                                        <p:cTn id="27" dur="500"/>
                                        <p:tgtEl>
                                          <p:spTgt spid="4">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4">
                                            <p:txEl>
                                              <p:pRg st="4" end="4"/>
                                            </p:txEl>
                                          </p:spTgt>
                                        </p:tgtEl>
                                        <p:attrNameLst>
                                          <p:attrName>style.visibility</p:attrName>
                                        </p:attrNameLst>
                                      </p:cBhvr>
                                      <p:to>
                                        <p:strVal val="visible"/>
                                      </p:to>
                                    </p:set>
                                    <p:animEffect transition="in" filter="fade">
                                      <p:cBhvr>
                                        <p:cTn id="32" dur="500"/>
                                        <p:tgtEl>
                                          <p:spTgt spid="4">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4">
                                            <p:txEl>
                                              <p:pRg st="5" end="5"/>
                                            </p:txEl>
                                          </p:spTgt>
                                        </p:tgtEl>
                                        <p:attrNameLst>
                                          <p:attrName>style.visibility</p:attrName>
                                        </p:attrNameLst>
                                      </p:cBhvr>
                                      <p:to>
                                        <p:strVal val="visible"/>
                                      </p:to>
                                    </p:set>
                                    <p:animEffect transition="in" filter="fade">
                                      <p:cBhvr>
                                        <p:cTn id="37" dur="500"/>
                                        <p:tgtEl>
                                          <p:spTgt spid="4">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27592F-8986-71EF-5DEB-9FEF310DA93E}"/>
              </a:ext>
            </a:extLst>
          </p:cNvPr>
          <p:cNvSpPr>
            <a:spLocks noGrp="1"/>
          </p:cNvSpPr>
          <p:nvPr>
            <p:ph type="title"/>
          </p:nvPr>
        </p:nvSpPr>
        <p:spPr/>
        <p:txBody>
          <a:bodyPr/>
          <a:lstStyle/>
          <a:p>
            <a:r>
              <a:rPr lang="en-US" dirty="0"/>
              <a:t>Conclusion</a:t>
            </a:r>
          </a:p>
        </p:txBody>
      </p:sp>
      <p:sp>
        <p:nvSpPr>
          <p:cNvPr id="3" name="Content Placeholder 2">
            <a:extLst>
              <a:ext uri="{FF2B5EF4-FFF2-40B4-BE49-F238E27FC236}">
                <a16:creationId xmlns:a16="http://schemas.microsoft.com/office/drawing/2014/main" id="{9E89C6A8-0F9B-E826-4B4A-89DC0360371D}"/>
              </a:ext>
            </a:extLst>
          </p:cNvPr>
          <p:cNvSpPr>
            <a:spLocks noGrp="1"/>
          </p:cNvSpPr>
          <p:nvPr>
            <p:ph sz="half" idx="1"/>
          </p:nvPr>
        </p:nvSpPr>
        <p:spPr>
          <a:xfrm>
            <a:off x="550862" y="1747521"/>
            <a:ext cx="11090275" cy="4297679"/>
          </a:xfrm>
        </p:spPr>
        <p:txBody>
          <a:bodyPr/>
          <a:lstStyle/>
          <a:p>
            <a:r>
              <a:rPr lang="en-US" dirty="0"/>
              <a:t>The bike-sharing analysis reveals that </a:t>
            </a:r>
            <a:r>
              <a:rPr lang="en-US" b="1" dirty="0"/>
              <a:t>user behavior is deeply shaped by time, weather, and purpose</a:t>
            </a:r>
            <a:r>
              <a:rPr lang="en-US" dirty="0"/>
              <a:t>. While registered riders demonstrate reliability and consistency, using bikes for their daily commute, casual riders bring vibrancy and spikes in demand during weekends, holidays, and pleasant weather.</a:t>
            </a:r>
          </a:p>
          <a:p>
            <a:r>
              <a:rPr lang="en-US" b="1" dirty="0"/>
              <a:t>Key Highlights:</a:t>
            </a:r>
          </a:p>
          <a:p>
            <a:pPr marL="342900" indent="-342900">
              <a:buFont typeface="+mj-lt"/>
              <a:buAutoNum type="arabicPeriod"/>
            </a:pPr>
            <a:r>
              <a:rPr lang="en-US" dirty="0"/>
              <a:t>Ride volume rises sharply during weekends and clear-weather days.</a:t>
            </a:r>
          </a:p>
          <a:p>
            <a:pPr marL="342900" indent="-342900">
              <a:buFont typeface="+mj-lt"/>
              <a:buAutoNum type="arabicPeriod"/>
            </a:pPr>
            <a:r>
              <a:rPr lang="en-US" dirty="0"/>
              <a:t>Registered riders ensure a consistent weekday base load</a:t>
            </a:r>
          </a:p>
          <a:p>
            <a:pPr marL="342900" indent="-342900">
              <a:buFont typeface="+mj-lt"/>
              <a:buAutoNum type="arabicPeriod"/>
            </a:pPr>
            <a:r>
              <a:rPr lang="en-US" dirty="0"/>
              <a:t>Seasonal trends confirm that summer and autumn remain peak periods for engagement.</a:t>
            </a:r>
          </a:p>
          <a:p>
            <a:pPr marL="342900" indent="-342900">
              <a:buFont typeface="+mj-lt"/>
              <a:buAutoNum type="arabicPeriod"/>
            </a:pPr>
            <a:r>
              <a:rPr lang="en-US" dirty="0"/>
              <a:t>Understanding these behavioral patterns enables better fleet management and promotional targeting</a:t>
            </a:r>
          </a:p>
        </p:txBody>
      </p:sp>
    </p:spTree>
    <p:extLst>
      <p:ext uri="{BB962C8B-B14F-4D97-AF65-F5344CB8AC3E}">
        <p14:creationId xmlns:p14="http://schemas.microsoft.com/office/powerpoint/2010/main" val="404288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4" end="4"/>
                                            </p:txEl>
                                          </p:spTgt>
                                        </p:tgtEl>
                                        <p:attrNameLst>
                                          <p:attrName>style.visibility</p:attrName>
                                        </p:attrNameLst>
                                      </p:cBhvr>
                                      <p:to>
                                        <p:strVal val="visible"/>
                                      </p:to>
                                    </p:set>
                                    <p:animEffect transition="in" filter="fade">
                                      <p:cBhvr>
                                        <p:cTn id="32" dur="500"/>
                                        <p:tgtEl>
                                          <p:spTgt spid="3">
                                            <p:txEl>
                                              <p:pRg st="4" end="4"/>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Effect transition="in" filter="fade">
                                      <p:cBhvr>
                                        <p:cTn id="37"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BAC361-0D7A-DC05-86B5-6DD77D322F5B}"/>
              </a:ext>
            </a:extLst>
          </p:cNvPr>
          <p:cNvSpPr>
            <a:spLocks noGrp="1"/>
          </p:cNvSpPr>
          <p:nvPr>
            <p:ph type="title"/>
          </p:nvPr>
        </p:nvSpPr>
        <p:spPr>
          <a:noFill/>
        </p:spPr>
        <p:txBody>
          <a:bodyPr anchor="b">
            <a:normAutofit/>
          </a:bodyPr>
          <a:lstStyle/>
          <a:p>
            <a:r>
              <a:rPr lang="en-US" dirty="0"/>
              <a:t>Thank you</a:t>
            </a:r>
          </a:p>
        </p:txBody>
      </p:sp>
      <p:sp>
        <p:nvSpPr>
          <p:cNvPr id="3" name="Content Placeholder 2">
            <a:extLst>
              <a:ext uri="{FF2B5EF4-FFF2-40B4-BE49-F238E27FC236}">
                <a16:creationId xmlns:a16="http://schemas.microsoft.com/office/drawing/2014/main" id="{1BE98EFF-197D-3136-70B9-7BBD30A48931}"/>
              </a:ext>
            </a:extLst>
          </p:cNvPr>
          <p:cNvSpPr>
            <a:spLocks noGrp="1"/>
          </p:cNvSpPr>
          <p:nvPr>
            <p:ph idx="1"/>
          </p:nvPr>
        </p:nvSpPr>
        <p:spPr>
          <a:noFill/>
        </p:spPr>
        <p:txBody>
          <a:bodyPr>
            <a:normAutofit/>
          </a:bodyPr>
          <a:lstStyle/>
          <a:p>
            <a:r>
              <a:rPr lang="en-US" dirty="0"/>
              <a:t>Roshani Mor</a:t>
            </a:r>
          </a:p>
          <a:p>
            <a:r>
              <a:rPr lang="en-US" dirty="0"/>
              <a:t>Link to the File:</a:t>
            </a:r>
            <a:br>
              <a:rPr lang="en-US" dirty="0">
                <a:hlinkClick r:id="rId2"/>
              </a:rPr>
            </a:br>
            <a:r>
              <a:rPr lang="en-US" dirty="0">
                <a:hlinkClick r:id="rId2"/>
              </a:rPr>
              <a:t>https://d.docs.live.net/136AD9D37017EA8A/Documents/Complete%20project.xlsx</a:t>
            </a:r>
            <a:endParaRPr lang="en-US" dirty="0"/>
          </a:p>
        </p:txBody>
      </p:sp>
      <p:pic>
        <p:nvPicPr>
          <p:cNvPr id="25" name="Picture Placeholder 24" descr="A close-up of a network">
            <a:extLst>
              <a:ext uri="{FF2B5EF4-FFF2-40B4-BE49-F238E27FC236}">
                <a16:creationId xmlns:a16="http://schemas.microsoft.com/office/drawing/2014/main" id="{41A1C574-72C6-642F-E4D2-FF0C993AEF78}"/>
              </a:ext>
            </a:extLst>
          </p:cNvPr>
          <p:cNvPicPr>
            <a:picLocks noGrp="1" noChangeAspect="1"/>
          </p:cNvPicPr>
          <p:nvPr>
            <p:ph type="pic" sz="quarter" idx="13"/>
          </p:nvPr>
        </p:nvPicPr>
        <p:blipFill>
          <a:blip r:embed="rId3">
            <a:extLst>
              <a:ext uri="{28A0092B-C50C-407E-A947-70E740481C1C}">
                <a14:useLocalDpi xmlns:a14="http://schemas.microsoft.com/office/drawing/2010/main" val="0"/>
              </a:ext>
            </a:extLst>
          </a:blip>
          <a:srcRect t="1" b="1"/>
          <a:stretch/>
        </p:blipFill>
        <p:spPr/>
      </p:pic>
    </p:spTree>
    <p:extLst>
      <p:ext uri="{BB962C8B-B14F-4D97-AF65-F5344CB8AC3E}">
        <p14:creationId xmlns:p14="http://schemas.microsoft.com/office/powerpoint/2010/main" val="2547630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3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theme/theme1.xml><?xml version="1.0" encoding="utf-8"?>
<a:theme xmlns:a="http://schemas.openxmlformats.org/drawingml/2006/main" name="3DFloatVTI">
  <a:themeElements>
    <a:clrScheme name="Float">
      <a:dk1>
        <a:sysClr val="windowText" lastClr="000000"/>
      </a:dk1>
      <a:lt1>
        <a:sysClr val="window" lastClr="FFFFFF"/>
      </a:lt1>
      <a:dk2>
        <a:srgbClr val="1B192E"/>
      </a:dk2>
      <a:lt2>
        <a:srgbClr val="EAE5EB"/>
      </a:lt2>
      <a:accent1>
        <a:srgbClr val="13BE89"/>
      </a:accent1>
      <a:accent2>
        <a:srgbClr val="12B1BF"/>
      </a:accent2>
      <a:accent3>
        <a:srgbClr val="D40AA8"/>
      </a:accent3>
      <a:accent4>
        <a:srgbClr val="B86E62"/>
      </a:accent4>
      <a:accent5>
        <a:srgbClr val="A3A3C1"/>
      </a:accent5>
      <a:accent6>
        <a:srgbClr val="37335B"/>
      </a:accent6>
      <a:hlink>
        <a:srgbClr val="0066FF"/>
      </a:hlink>
      <a:folHlink>
        <a:srgbClr val="666699"/>
      </a:folHlink>
    </a:clrScheme>
    <a:fontScheme name="Float">
      <a:majorFont>
        <a:latin typeface="Walbaum Display"/>
        <a:ea typeface=""/>
        <a:cs typeface=""/>
      </a:majorFont>
      <a:minorFont>
        <a:latin typeface="Gill Sans M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3DFloatVTI" id="{F59BA300-ED19-4B39-9AE3-7882B1DE8B78}" vid="{0FEC63E3-719F-4F50-9F1E-5B8BAF39109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8" ma:contentTypeDescription="Create a new document." ma:contentTypeScope="" ma:versionID="60f5a4f2d2b0abadcf532d48ebf9cb7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7dd78129e6a1811f84807ad11c651531"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2F49CD38-5B57-4682-9FCE-B9174068D0AE}">
  <ds:schemaRefs>
    <ds:schemaRef ds:uri="http://schemas.microsoft.com/sharepoint/v3/contenttype/forms"/>
  </ds:schemaRefs>
</ds:datastoreItem>
</file>

<file path=customXml/itemProps2.xml><?xml version="1.0" encoding="utf-8"?>
<ds:datastoreItem xmlns:ds="http://schemas.openxmlformats.org/officeDocument/2006/customXml" ds:itemID="{1F342EE1-43E5-4AFB-895D-B61B9656DC14}">
  <ds:schemaRefs>
    <ds:schemaRef ds:uri="http://schemas.microsoft.com/office/2006/documentManagement/types"/>
    <ds:schemaRef ds:uri="http://schemas.microsoft.com/sharepoint/v3"/>
    <ds:schemaRef ds:uri="http://purl.org/dc/dcmitype/"/>
    <ds:schemaRef ds:uri="http://purl.org/dc/elements/1.1/"/>
    <ds:schemaRef ds:uri="http://purl.org/dc/terms/"/>
    <ds:schemaRef ds:uri="http://schemas.microsoft.com/office/infopath/2007/PartnerControls"/>
    <ds:schemaRef ds:uri="http://schemas.microsoft.com/office/2006/metadata/properties"/>
    <ds:schemaRef ds:uri="http://www.w3.org/XML/1998/namespace"/>
    <ds:schemaRef ds:uri="http://schemas.openxmlformats.org/package/2006/metadata/core-properties"/>
    <ds:schemaRef ds:uri="230e9df3-be65-4c73-a93b-d1236ebd677e"/>
    <ds:schemaRef ds:uri="16c05727-aa75-4e4a-9b5f-8a80a1165891"/>
    <ds:schemaRef ds:uri="71af3243-3dd4-4a8d-8c0d-dd76da1f02a5"/>
  </ds:schemaRefs>
</ds:datastoreItem>
</file>

<file path=customXml/itemProps3.xml><?xml version="1.0" encoding="utf-8"?>
<ds:datastoreItem xmlns:ds="http://schemas.openxmlformats.org/officeDocument/2006/customXml" ds:itemID="{797783A8-901D-4F73-81D7-AA6841BEB3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3D float design</Template>
  <TotalTime>327</TotalTime>
  <Words>1560</Words>
  <Application>Microsoft Office PowerPoint</Application>
  <PresentationFormat>Widescreen</PresentationFormat>
  <Paragraphs>124</Paragraphs>
  <Slides>21</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Arial</vt:lpstr>
      <vt:lpstr>Calibri</vt:lpstr>
      <vt:lpstr>Gill Sans MT</vt:lpstr>
      <vt:lpstr>Walbaum Display</vt:lpstr>
      <vt:lpstr>3DFloatVTI</vt:lpstr>
      <vt:lpstr>Bike Sharing Data Analysis Understanding Rider Behavior through Data Insights By Roshani Mor Date: 15th October 2025    An Analytical Study on Usage Patterns of Casual and Registered Riders</vt:lpstr>
      <vt:lpstr>Contents</vt:lpstr>
      <vt:lpstr>PowerPoint Presentation</vt:lpstr>
      <vt:lpstr>Project Objective</vt:lpstr>
      <vt:lpstr>Data Overview</vt:lpstr>
      <vt:lpstr>Methodology &amp; Approach</vt:lpstr>
      <vt:lpstr>Casual vs Registered Riders Overall Comparison</vt:lpstr>
      <vt:lpstr>Daily Usage Pattern</vt:lpstr>
      <vt:lpstr>Weekend vs. Weekday Analysis</vt:lpstr>
      <vt:lpstr>Weather Impact on Bike Usage</vt:lpstr>
      <vt:lpstr>Preferred Riding Conditions</vt:lpstr>
      <vt:lpstr>Holiday vs. Non-Holiday Rides</vt:lpstr>
      <vt:lpstr>Seasonal Trends</vt:lpstr>
      <vt:lpstr>Correlation between Temperature and Humidity</vt:lpstr>
      <vt:lpstr>Correlation between Temperature and Humidity</vt:lpstr>
      <vt:lpstr>Peak Usage Day</vt:lpstr>
      <vt:lpstr>Key Insights</vt:lpstr>
      <vt:lpstr>Dashboard Snapshot</vt:lpstr>
      <vt:lpstr>Recommendations</vt:lpstr>
      <vt:lpstr>Conclusion</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Roshani</dc:creator>
  <cp:lastModifiedBy>Roshni Mor</cp:lastModifiedBy>
  <cp:revision>2</cp:revision>
  <dcterms:created xsi:type="dcterms:W3CDTF">2025-10-15T14:30:39Z</dcterms:created>
  <dcterms:modified xsi:type="dcterms:W3CDTF">2026-05-28T11:53:17Z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